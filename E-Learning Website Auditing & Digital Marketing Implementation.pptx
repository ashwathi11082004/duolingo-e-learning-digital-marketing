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6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5" Type="http://schemas.openxmlformats.org/officeDocument/2006/relationships/image" Target="../media/image6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9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16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B7500D-8679-43AC-B1C5-97C4878E9EB5}" type="doc">
      <dgm:prSet loTypeId="urn:microsoft.com/office/officeart/2018/2/layout/IconVerticalSolidList" loCatId="icon" qsTypeId="urn:microsoft.com/office/officeart/2005/8/quickstyle/simple1#9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0A43B1-6DEE-4449-B6DA-EFA54A83E55E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Website:</a:t>
          </a:r>
          <a:r>
            <a:rPr lang="en-IN" dirty="0">
              <a:latin typeface="Georgia" panose="02040502050405020303" pitchFamily="18" charset="0"/>
            </a:rPr>
            <a:t> Duolingo — e-learning and language-learning platform </a:t>
          </a:r>
          <a:endParaRPr lang="en-US" dirty="0">
            <a:latin typeface="Georgia" panose="02040502050405020303" pitchFamily="18" charset="0"/>
          </a:endParaRPr>
        </a:p>
      </dgm:t>
    </dgm:pt>
    <dgm:pt modelId="{33A0842A-4A56-4922-B1B6-A6D3301F370B}" type="parTrans" cxnId="{8B602D04-2C22-4076-9BDA-FCDBE016F445}">
      <dgm:prSet/>
      <dgm:spPr/>
      <dgm:t>
        <a:bodyPr/>
        <a:lstStyle/>
        <a:p>
          <a:endParaRPr lang="en-US"/>
        </a:p>
      </dgm:t>
    </dgm:pt>
    <dgm:pt modelId="{90613C86-909C-4D5C-A43F-0BC538A579BA}" type="sibTrans" cxnId="{8B602D04-2C22-4076-9BDA-FCDBE016F445}">
      <dgm:prSet/>
      <dgm:spPr/>
      <dgm:t>
        <a:bodyPr/>
        <a:lstStyle/>
        <a:p>
          <a:endParaRPr lang="en-US"/>
        </a:p>
      </dgm:t>
    </dgm:pt>
    <dgm:pt modelId="{063C338E-37E8-40BB-904B-0AADEDEFE3C9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Project Goal:</a:t>
          </a:r>
          <a:r>
            <a:rPr lang="en-IN" dirty="0">
              <a:latin typeface="Georgia" panose="02040502050405020303" pitchFamily="18" charset="0"/>
            </a:rPr>
            <a:t> Improve website usability, navigation, and user engagement</a:t>
          </a:r>
          <a:endParaRPr lang="en-US" dirty="0">
            <a:latin typeface="Georgia" panose="02040502050405020303" pitchFamily="18" charset="0"/>
          </a:endParaRPr>
        </a:p>
      </dgm:t>
    </dgm:pt>
    <dgm:pt modelId="{EF3EC8F4-3FE6-4B2D-8150-B2D69CE91C55}" type="parTrans" cxnId="{9210479E-5AC6-4012-940A-2A2D1E7EA961}">
      <dgm:prSet/>
      <dgm:spPr/>
      <dgm:t>
        <a:bodyPr/>
        <a:lstStyle/>
        <a:p>
          <a:endParaRPr lang="en-US"/>
        </a:p>
      </dgm:t>
    </dgm:pt>
    <dgm:pt modelId="{B9A422B1-3E14-49D6-9DDF-3843CE47E57F}" type="sibTrans" cxnId="{9210479E-5AC6-4012-940A-2A2D1E7EA961}">
      <dgm:prSet/>
      <dgm:spPr/>
      <dgm:t>
        <a:bodyPr/>
        <a:lstStyle/>
        <a:p>
          <a:endParaRPr lang="en-US"/>
        </a:p>
      </dgm:t>
    </dgm:pt>
    <dgm:pt modelId="{27192E12-8016-48CB-AF8A-51DBF182AACE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Focus Areas:</a:t>
          </a:r>
          <a:r>
            <a:rPr lang="en-IN" dirty="0">
              <a:latin typeface="Georgia" panose="02040502050405020303" pitchFamily="18" charset="0"/>
            </a:rPr>
            <a:t> UX redesign, SEO, content marketing, social media, and paid advertising</a:t>
          </a:r>
          <a:endParaRPr lang="en-US" dirty="0">
            <a:latin typeface="Georgia" panose="02040502050405020303" pitchFamily="18" charset="0"/>
          </a:endParaRPr>
        </a:p>
      </dgm:t>
    </dgm:pt>
    <dgm:pt modelId="{C693E0F7-3844-494B-8A90-453E128F838F}" type="parTrans" cxnId="{7E756295-8AB2-4028-80D8-86D32E9FF0F6}">
      <dgm:prSet/>
      <dgm:spPr/>
      <dgm:t>
        <a:bodyPr/>
        <a:lstStyle/>
        <a:p>
          <a:endParaRPr lang="en-US"/>
        </a:p>
      </dgm:t>
    </dgm:pt>
    <dgm:pt modelId="{FC3E2ABB-ABE3-4F87-9AF4-9D2CBB49744A}" type="sibTrans" cxnId="{7E756295-8AB2-4028-80D8-86D32E9FF0F6}">
      <dgm:prSet/>
      <dgm:spPr/>
      <dgm:t>
        <a:bodyPr/>
        <a:lstStyle/>
        <a:p>
          <a:endParaRPr lang="en-US"/>
        </a:p>
      </dgm:t>
    </dgm:pt>
    <dgm:pt modelId="{2B90CE69-A314-4A9B-B4E4-D58EB1624E52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Expected Outcome:</a:t>
          </a:r>
          <a:r>
            <a:rPr lang="en-IN" dirty="0">
              <a:latin typeface="Georgia" panose="02040502050405020303" pitchFamily="18" charset="0"/>
            </a:rPr>
            <a:t> Increase awareness, organic traffic, engagement, and user conversions</a:t>
          </a:r>
          <a:endParaRPr lang="en-US" dirty="0">
            <a:latin typeface="Georgia" panose="02040502050405020303" pitchFamily="18" charset="0"/>
          </a:endParaRPr>
        </a:p>
      </dgm:t>
    </dgm:pt>
    <dgm:pt modelId="{A66B827B-7632-4CE1-B27E-DF6667C7E1CF}" type="parTrans" cxnId="{D9F28D71-0ABB-40C9-9F95-E480C5F96324}">
      <dgm:prSet/>
      <dgm:spPr/>
      <dgm:t>
        <a:bodyPr/>
        <a:lstStyle/>
        <a:p>
          <a:endParaRPr lang="en-US"/>
        </a:p>
      </dgm:t>
    </dgm:pt>
    <dgm:pt modelId="{C71C1B19-151C-4A54-81DC-EA1DDC384CE7}" type="sibTrans" cxnId="{D9F28D71-0ABB-40C9-9F95-E480C5F96324}">
      <dgm:prSet/>
      <dgm:spPr/>
      <dgm:t>
        <a:bodyPr/>
        <a:lstStyle/>
        <a:p>
          <a:endParaRPr lang="en-US"/>
        </a:p>
      </dgm:t>
    </dgm:pt>
    <dgm:pt modelId="{34CFA3E8-E867-4473-B337-36A69FA83D45}" type="pres">
      <dgm:prSet presAssocID="{EEB7500D-8679-43AC-B1C5-97C4878E9EB5}" presName="root" presStyleCnt="0">
        <dgm:presLayoutVars>
          <dgm:dir/>
          <dgm:resizeHandles val="exact"/>
        </dgm:presLayoutVars>
      </dgm:prSet>
      <dgm:spPr/>
    </dgm:pt>
    <dgm:pt modelId="{E27E5985-830A-45E9-9252-DFA78904C83F}" type="pres">
      <dgm:prSet presAssocID="{520A43B1-6DEE-4449-B6DA-EFA54A83E55E}" presName="compNode" presStyleCnt="0"/>
      <dgm:spPr/>
    </dgm:pt>
    <dgm:pt modelId="{A976569D-5D96-4686-90CD-53B31FD41D0E}" type="pres">
      <dgm:prSet presAssocID="{520A43B1-6DEE-4449-B6DA-EFA54A83E55E}" presName="bgRect" presStyleLbl="bgShp" presStyleIdx="0" presStyleCnt="4"/>
      <dgm:spPr/>
    </dgm:pt>
    <dgm:pt modelId="{B49BDDE7-A948-488A-8175-C97C94FC1B4B}" type="pres">
      <dgm:prSet presAssocID="{520A43B1-6DEE-4449-B6DA-EFA54A83E55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64507DED-6B1D-4E87-B849-8DB06DD4EC34}" type="pres">
      <dgm:prSet presAssocID="{520A43B1-6DEE-4449-B6DA-EFA54A83E55E}" presName="spaceRect" presStyleCnt="0"/>
      <dgm:spPr/>
    </dgm:pt>
    <dgm:pt modelId="{4A493A6B-E4B4-4223-B647-AE5031D5CF5F}" type="pres">
      <dgm:prSet presAssocID="{520A43B1-6DEE-4449-B6DA-EFA54A83E55E}" presName="parTx" presStyleLbl="revTx" presStyleIdx="0" presStyleCnt="4">
        <dgm:presLayoutVars>
          <dgm:chMax val="0"/>
          <dgm:chPref val="0"/>
        </dgm:presLayoutVars>
      </dgm:prSet>
      <dgm:spPr/>
    </dgm:pt>
    <dgm:pt modelId="{99187B40-A75C-4FE2-B929-EB7332BAE46C}" type="pres">
      <dgm:prSet presAssocID="{90613C86-909C-4D5C-A43F-0BC538A579BA}" presName="sibTrans" presStyleCnt="0"/>
      <dgm:spPr/>
    </dgm:pt>
    <dgm:pt modelId="{ABC8FA1B-94D8-4532-AE2A-C27BF45CD034}" type="pres">
      <dgm:prSet presAssocID="{063C338E-37E8-40BB-904B-0AADEDEFE3C9}" presName="compNode" presStyleCnt="0"/>
      <dgm:spPr/>
    </dgm:pt>
    <dgm:pt modelId="{77C608B7-3FD6-4C5C-AFD4-A79A19611E6D}" type="pres">
      <dgm:prSet presAssocID="{063C338E-37E8-40BB-904B-0AADEDEFE3C9}" presName="bgRect" presStyleLbl="bgShp" presStyleIdx="1" presStyleCnt="4"/>
      <dgm:spPr/>
    </dgm:pt>
    <dgm:pt modelId="{0C72D9B2-69EA-4764-935F-7D9AF2A56F98}" type="pres">
      <dgm:prSet presAssocID="{063C338E-37E8-40BB-904B-0AADEDEFE3C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DE621D9E-0BB0-44C8-BF56-E4888193D459}" type="pres">
      <dgm:prSet presAssocID="{063C338E-37E8-40BB-904B-0AADEDEFE3C9}" presName="spaceRect" presStyleCnt="0"/>
      <dgm:spPr/>
    </dgm:pt>
    <dgm:pt modelId="{5576A96C-E88F-4C49-B169-605DADBC54B3}" type="pres">
      <dgm:prSet presAssocID="{063C338E-37E8-40BB-904B-0AADEDEFE3C9}" presName="parTx" presStyleLbl="revTx" presStyleIdx="1" presStyleCnt="4">
        <dgm:presLayoutVars>
          <dgm:chMax val="0"/>
          <dgm:chPref val="0"/>
        </dgm:presLayoutVars>
      </dgm:prSet>
      <dgm:spPr/>
    </dgm:pt>
    <dgm:pt modelId="{8E8EDFD4-C398-4DB6-9D2B-DD6B4B608F24}" type="pres">
      <dgm:prSet presAssocID="{B9A422B1-3E14-49D6-9DDF-3843CE47E57F}" presName="sibTrans" presStyleCnt="0"/>
      <dgm:spPr/>
    </dgm:pt>
    <dgm:pt modelId="{5D8E586D-4973-40EA-B4AF-50824E5BB6D2}" type="pres">
      <dgm:prSet presAssocID="{27192E12-8016-48CB-AF8A-51DBF182AACE}" presName="compNode" presStyleCnt="0"/>
      <dgm:spPr/>
    </dgm:pt>
    <dgm:pt modelId="{A9D39B08-A764-4202-882C-8FEE89AD16BF}" type="pres">
      <dgm:prSet presAssocID="{27192E12-8016-48CB-AF8A-51DBF182AACE}" presName="bgRect" presStyleLbl="bgShp" presStyleIdx="2" presStyleCnt="4"/>
      <dgm:spPr/>
    </dgm:pt>
    <dgm:pt modelId="{D0CA46A0-2D34-4CFF-90DF-722BC8DAD9B3}" type="pres">
      <dgm:prSet presAssocID="{27192E12-8016-48CB-AF8A-51DBF182AAC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0B8D6483-6629-4627-AB5C-1FFE612EBCC1}" type="pres">
      <dgm:prSet presAssocID="{27192E12-8016-48CB-AF8A-51DBF182AACE}" presName="spaceRect" presStyleCnt="0"/>
      <dgm:spPr/>
    </dgm:pt>
    <dgm:pt modelId="{F46445DB-76F9-40B1-8088-6772714531EB}" type="pres">
      <dgm:prSet presAssocID="{27192E12-8016-48CB-AF8A-51DBF182AACE}" presName="parTx" presStyleLbl="revTx" presStyleIdx="2" presStyleCnt="4">
        <dgm:presLayoutVars>
          <dgm:chMax val="0"/>
          <dgm:chPref val="0"/>
        </dgm:presLayoutVars>
      </dgm:prSet>
      <dgm:spPr/>
    </dgm:pt>
    <dgm:pt modelId="{25B43737-47A9-46D7-BC58-CF7A61DD37E4}" type="pres">
      <dgm:prSet presAssocID="{FC3E2ABB-ABE3-4F87-9AF4-9D2CBB49744A}" presName="sibTrans" presStyleCnt="0"/>
      <dgm:spPr/>
    </dgm:pt>
    <dgm:pt modelId="{7A727DF0-773B-4297-92BC-4F97183D4AC5}" type="pres">
      <dgm:prSet presAssocID="{2B90CE69-A314-4A9B-B4E4-D58EB1624E52}" presName="compNode" presStyleCnt="0"/>
      <dgm:spPr/>
    </dgm:pt>
    <dgm:pt modelId="{31A35A67-1678-42AE-A37E-45A401A12A54}" type="pres">
      <dgm:prSet presAssocID="{2B90CE69-A314-4A9B-B4E4-D58EB1624E52}" presName="bgRect" presStyleLbl="bgShp" presStyleIdx="3" presStyleCnt="4"/>
      <dgm:spPr/>
    </dgm:pt>
    <dgm:pt modelId="{04CF57BF-F345-4456-901D-08C4B4BA8DDA}" type="pres">
      <dgm:prSet presAssocID="{2B90CE69-A314-4A9B-B4E4-D58EB1624E5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B18054E-CF95-4F6A-BEC1-8C102B15674A}" type="pres">
      <dgm:prSet presAssocID="{2B90CE69-A314-4A9B-B4E4-D58EB1624E52}" presName="spaceRect" presStyleCnt="0"/>
      <dgm:spPr/>
    </dgm:pt>
    <dgm:pt modelId="{4AE06531-1DF9-4A1B-99B0-E4F27EC7B853}" type="pres">
      <dgm:prSet presAssocID="{2B90CE69-A314-4A9B-B4E4-D58EB1624E5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822704-48E0-4239-BDC3-3BDEB52D3740}" type="presOf" srcId="{2B90CE69-A314-4A9B-B4E4-D58EB1624E52}" destId="{4AE06531-1DF9-4A1B-99B0-E4F27EC7B853}" srcOrd="0" destOrd="0" presId="urn:microsoft.com/office/officeart/2018/2/layout/IconVerticalSolidList"/>
    <dgm:cxn modelId="{8B602D04-2C22-4076-9BDA-FCDBE016F445}" srcId="{EEB7500D-8679-43AC-B1C5-97C4878E9EB5}" destId="{520A43B1-6DEE-4449-B6DA-EFA54A83E55E}" srcOrd="0" destOrd="0" parTransId="{33A0842A-4A56-4922-B1B6-A6D3301F370B}" sibTransId="{90613C86-909C-4D5C-A43F-0BC538A579BA}"/>
    <dgm:cxn modelId="{AE93595E-E67F-455D-BE76-8872363691E1}" type="presOf" srcId="{063C338E-37E8-40BB-904B-0AADEDEFE3C9}" destId="{5576A96C-E88F-4C49-B169-605DADBC54B3}" srcOrd="0" destOrd="0" presId="urn:microsoft.com/office/officeart/2018/2/layout/IconVerticalSolidList"/>
    <dgm:cxn modelId="{D9F28D71-0ABB-40C9-9F95-E480C5F96324}" srcId="{EEB7500D-8679-43AC-B1C5-97C4878E9EB5}" destId="{2B90CE69-A314-4A9B-B4E4-D58EB1624E52}" srcOrd="3" destOrd="0" parTransId="{A66B827B-7632-4CE1-B27E-DF6667C7E1CF}" sibTransId="{C71C1B19-151C-4A54-81DC-EA1DDC384CE7}"/>
    <dgm:cxn modelId="{E0BBA085-673B-49F0-928C-489FFAFC6A7A}" type="presOf" srcId="{EEB7500D-8679-43AC-B1C5-97C4878E9EB5}" destId="{34CFA3E8-E867-4473-B337-36A69FA83D45}" srcOrd="0" destOrd="0" presId="urn:microsoft.com/office/officeart/2018/2/layout/IconVerticalSolidList"/>
    <dgm:cxn modelId="{A982258A-045B-48D2-9029-CFD91F7E8653}" type="presOf" srcId="{27192E12-8016-48CB-AF8A-51DBF182AACE}" destId="{F46445DB-76F9-40B1-8088-6772714531EB}" srcOrd="0" destOrd="0" presId="urn:microsoft.com/office/officeart/2018/2/layout/IconVerticalSolidList"/>
    <dgm:cxn modelId="{7E756295-8AB2-4028-80D8-86D32E9FF0F6}" srcId="{EEB7500D-8679-43AC-B1C5-97C4878E9EB5}" destId="{27192E12-8016-48CB-AF8A-51DBF182AACE}" srcOrd="2" destOrd="0" parTransId="{C693E0F7-3844-494B-8A90-453E128F838F}" sibTransId="{FC3E2ABB-ABE3-4F87-9AF4-9D2CBB49744A}"/>
    <dgm:cxn modelId="{9210479E-5AC6-4012-940A-2A2D1E7EA961}" srcId="{EEB7500D-8679-43AC-B1C5-97C4878E9EB5}" destId="{063C338E-37E8-40BB-904B-0AADEDEFE3C9}" srcOrd="1" destOrd="0" parTransId="{EF3EC8F4-3FE6-4B2D-8150-B2D69CE91C55}" sibTransId="{B9A422B1-3E14-49D6-9DDF-3843CE47E57F}"/>
    <dgm:cxn modelId="{A2CDC7E7-9423-4C97-BA09-13D0DD33F67E}" type="presOf" srcId="{520A43B1-6DEE-4449-B6DA-EFA54A83E55E}" destId="{4A493A6B-E4B4-4223-B647-AE5031D5CF5F}" srcOrd="0" destOrd="0" presId="urn:microsoft.com/office/officeart/2018/2/layout/IconVerticalSolidList"/>
    <dgm:cxn modelId="{8EBD190B-D939-4452-9771-273E54C8F527}" type="presParOf" srcId="{34CFA3E8-E867-4473-B337-36A69FA83D45}" destId="{E27E5985-830A-45E9-9252-DFA78904C83F}" srcOrd="0" destOrd="0" presId="urn:microsoft.com/office/officeart/2018/2/layout/IconVerticalSolidList"/>
    <dgm:cxn modelId="{4F3A8F5B-1160-4644-A6DF-F832422E801C}" type="presParOf" srcId="{E27E5985-830A-45E9-9252-DFA78904C83F}" destId="{A976569D-5D96-4686-90CD-53B31FD41D0E}" srcOrd="0" destOrd="0" presId="urn:microsoft.com/office/officeart/2018/2/layout/IconVerticalSolidList"/>
    <dgm:cxn modelId="{018C13AE-5FFE-4D8C-A545-99E6916F6C77}" type="presParOf" srcId="{E27E5985-830A-45E9-9252-DFA78904C83F}" destId="{B49BDDE7-A948-488A-8175-C97C94FC1B4B}" srcOrd="1" destOrd="0" presId="urn:microsoft.com/office/officeart/2018/2/layout/IconVerticalSolidList"/>
    <dgm:cxn modelId="{4B709651-3CFC-4029-A931-9FF918A89D37}" type="presParOf" srcId="{E27E5985-830A-45E9-9252-DFA78904C83F}" destId="{64507DED-6B1D-4E87-B849-8DB06DD4EC34}" srcOrd="2" destOrd="0" presId="urn:microsoft.com/office/officeart/2018/2/layout/IconVerticalSolidList"/>
    <dgm:cxn modelId="{5B19C5CF-D9BD-450C-8932-B02105C168F1}" type="presParOf" srcId="{E27E5985-830A-45E9-9252-DFA78904C83F}" destId="{4A493A6B-E4B4-4223-B647-AE5031D5CF5F}" srcOrd="3" destOrd="0" presId="urn:microsoft.com/office/officeart/2018/2/layout/IconVerticalSolidList"/>
    <dgm:cxn modelId="{91AB582C-E77A-4DD0-AE27-5829D45C53AF}" type="presParOf" srcId="{34CFA3E8-E867-4473-B337-36A69FA83D45}" destId="{99187B40-A75C-4FE2-B929-EB7332BAE46C}" srcOrd="1" destOrd="0" presId="urn:microsoft.com/office/officeart/2018/2/layout/IconVerticalSolidList"/>
    <dgm:cxn modelId="{D518115C-9E00-4DFD-AAE6-8D0FA0079646}" type="presParOf" srcId="{34CFA3E8-E867-4473-B337-36A69FA83D45}" destId="{ABC8FA1B-94D8-4532-AE2A-C27BF45CD034}" srcOrd="2" destOrd="0" presId="urn:microsoft.com/office/officeart/2018/2/layout/IconVerticalSolidList"/>
    <dgm:cxn modelId="{CFF99BA5-3C72-4559-AD67-1A3D467EC074}" type="presParOf" srcId="{ABC8FA1B-94D8-4532-AE2A-C27BF45CD034}" destId="{77C608B7-3FD6-4C5C-AFD4-A79A19611E6D}" srcOrd="0" destOrd="0" presId="urn:microsoft.com/office/officeart/2018/2/layout/IconVerticalSolidList"/>
    <dgm:cxn modelId="{66FCDB40-C95F-445F-AE93-3FD242C4ECF2}" type="presParOf" srcId="{ABC8FA1B-94D8-4532-AE2A-C27BF45CD034}" destId="{0C72D9B2-69EA-4764-935F-7D9AF2A56F98}" srcOrd="1" destOrd="0" presId="urn:microsoft.com/office/officeart/2018/2/layout/IconVerticalSolidList"/>
    <dgm:cxn modelId="{F0866B4E-3A9D-43D6-B34B-C86FBBB59B82}" type="presParOf" srcId="{ABC8FA1B-94D8-4532-AE2A-C27BF45CD034}" destId="{DE621D9E-0BB0-44C8-BF56-E4888193D459}" srcOrd="2" destOrd="0" presId="urn:microsoft.com/office/officeart/2018/2/layout/IconVerticalSolidList"/>
    <dgm:cxn modelId="{F4FB7F16-4C1B-4473-8DAF-4E013E16CDFC}" type="presParOf" srcId="{ABC8FA1B-94D8-4532-AE2A-C27BF45CD034}" destId="{5576A96C-E88F-4C49-B169-605DADBC54B3}" srcOrd="3" destOrd="0" presId="urn:microsoft.com/office/officeart/2018/2/layout/IconVerticalSolidList"/>
    <dgm:cxn modelId="{FBAA61C8-5A27-4D65-BFC2-CFBD9FB9A3AF}" type="presParOf" srcId="{34CFA3E8-E867-4473-B337-36A69FA83D45}" destId="{8E8EDFD4-C398-4DB6-9D2B-DD6B4B608F24}" srcOrd="3" destOrd="0" presId="urn:microsoft.com/office/officeart/2018/2/layout/IconVerticalSolidList"/>
    <dgm:cxn modelId="{3295127F-31F8-4469-B243-CC39EA7DF8A1}" type="presParOf" srcId="{34CFA3E8-E867-4473-B337-36A69FA83D45}" destId="{5D8E586D-4973-40EA-B4AF-50824E5BB6D2}" srcOrd="4" destOrd="0" presId="urn:microsoft.com/office/officeart/2018/2/layout/IconVerticalSolidList"/>
    <dgm:cxn modelId="{4A028118-7A3F-4D68-8529-63EEB596A0D4}" type="presParOf" srcId="{5D8E586D-4973-40EA-B4AF-50824E5BB6D2}" destId="{A9D39B08-A764-4202-882C-8FEE89AD16BF}" srcOrd="0" destOrd="0" presId="urn:microsoft.com/office/officeart/2018/2/layout/IconVerticalSolidList"/>
    <dgm:cxn modelId="{FD03EA77-0E6F-4263-94AC-9AA666F05E9B}" type="presParOf" srcId="{5D8E586D-4973-40EA-B4AF-50824E5BB6D2}" destId="{D0CA46A0-2D34-4CFF-90DF-722BC8DAD9B3}" srcOrd="1" destOrd="0" presId="urn:microsoft.com/office/officeart/2018/2/layout/IconVerticalSolidList"/>
    <dgm:cxn modelId="{6EB080D5-3E05-4180-A13C-7D05B9A5B585}" type="presParOf" srcId="{5D8E586D-4973-40EA-B4AF-50824E5BB6D2}" destId="{0B8D6483-6629-4627-AB5C-1FFE612EBCC1}" srcOrd="2" destOrd="0" presId="urn:microsoft.com/office/officeart/2018/2/layout/IconVerticalSolidList"/>
    <dgm:cxn modelId="{F7A2A66D-4C1D-4B6E-B50E-F526CA6573DB}" type="presParOf" srcId="{5D8E586D-4973-40EA-B4AF-50824E5BB6D2}" destId="{F46445DB-76F9-40B1-8088-6772714531EB}" srcOrd="3" destOrd="0" presId="urn:microsoft.com/office/officeart/2018/2/layout/IconVerticalSolidList"/>
    <dgm:cxn modelId="{BEBE8813-E911-4B75-9950-2E16DD8F74D2}" type="presParOf" srcId="{34CFA3E8-E867-4473-B337-36A69FA83D45}" destId="{25B43737-47A9-46D7-BC58-CF7A61DD37E4}" srcOrd="5" destOrd="0" presId="urn:microsoft.com/office/officeart/2018/2/layout/IconVerticalSolidList"/>
    <dgm:cxn modelId="{CACE50EB-FD92-440A-8B5C-91038DC1BA64}" type="presParOf" srcId="{34CFA3E8-E867-4473-B337-36A69FA83D45}" destId="{7A727DF0-773B-4297-92BC-4F97183D4AC5}" srcOrd="6" destOrd="0" presId="urn:microsoft.com/office/officeart/2018/2/layout/IconVerticalSolidList"/>
    <dgm:cxn modelId="{AA7D3793-20F4-43F8-9B1E-F522D73F9E64}" type="presParOf" srcId="{7A727DF0-773B-4297-92BC-4F97183D4AC5}" destId="{31A35A67-1678-42AE-A37E-45A401A12A54}" srcOrd="0" destOrd="0" presId="urn:microsoft.com/office/officeart/2018/2/layout/IconVerticalSolidList"/>
    <dgm:cxn modelId="{89B5B3EB-F32A-44AF-8DBD-6D0B37D2E50D}" type="presParOf" srcId="{7A727DF0-773B-4297-92BC-4F97183D4AC5}" destId="{04CF57BF-F345-4456-901D-08C4B4BA8DDA}" srcOrd="1" destOrd="0" presId="urn:microsoft.com/office/officeart/2018/2/layout/IconVerticalSolidList"/>
    <dgm:cxn modelId="{606A58BC-0076-41CC-8C79-EC4D228FF273}" type="presParOf" srcId="{7A727DF0-773B-4297-92BC-4F97183D4AC5}" destId="{1B18054E-CF95-4F6A-BEC1-8C102B15674A}" srcOrd="2" destOrd="0" presId="urn:microsoft.com/office/officeart/2018/2/layout/IconVerticalSolidList"/>
    <dgm:cxn modelId="{42EDE03F-3E67-45A9-8BB5-972BEB61F0B8}" type="presParOf" srcId="{7A727DF0-773B-4297-92BC-4F97183D4AC5}" destId="{4AE06531-1DF9-4A1B-99B0-E4F27EC7B8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27A87F-BD31-4245-B89E-3ED7A0DE6F5D}" type="doc">
      <dgm:prSet loTypeId="urn:microsoft.com/office/officeart/2018/5/layout/IconCircleLabelList" loCatId="icon" qsTypeId="urn:microsoft.com/office/officeart/2005/8/quickstyle/simple1#2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6149A39-E6E3-4493-A2EA-3F70F1EA99A9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Strong brand recognition</a:t>
          </a:r>
          <a:r>
            <a:rPr lang="en-IN" sz="1600" cap="none" dirty="0">
              <a:latin typeface="Georgia" panose="02040502050405020303" pitchFamily="18" charset="0"/>
            </a:rPr>
            <a:t> — </a:t>
          </a:r>
          <a:r>
            <a:rPr lang="en-IN" sz="1600" cap="none" dirty="0" err="1">
              <a:latin typeface="Georgia" panose="02040502050405020303" pitchFamily="18" charset="0"/>
            </a:rPr>
            <a:t>duolingo</a:t>
          </a:r>
          <a:r>
            <a:rPr lang="en-IN" sz="1600" cap="none" dirty="0">
              <a:latin typeface="Georgia" panose="02040502050405020303" pitchFamily="18" charset="0"/>
            </a:rPr>
            <a:t> has a recognizable and engaging brand identity.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FC53EF71-B110-43A4-B614-5DE1287D3E04}" type="parTrans" cxnId="{1002EBF9-D0BD-4495-B7B2-726C1DDB682B}">
      <dgm:prSet/>
      <dgm:spPr/>
      <dgm:t>
        <a:bodyPr/>
        <a:lstStyle/>
        <a:p>
          <a:endParaRPr lang="en-US"/>
        </a:p>
      </dgm:t>
    </dgm:pt>
    <dgm:pt modelId="{16F62634-5B36-4216-BB1B-70BBCA98BFF3}" type="sibTrans" cxnId="{1002EBF9-D0BD-4495-B7B2-726C1DDB682B}">
      <dgm:prSet/>
      <dgm:spPr/>
      <dgm:t>
        <a:bodyPr/>
        <a:lstStyle/>
        <a:p>
          <a:endParaRPr lang="en-US"/>
        </a:p>
      </dgm:t>
    </dgm:pt>
    <dgm:pt modelId="{17347A75-0261-4892-AD54-F33DF724DD72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Gamified learning</a:t>
          </a:r>
          <a:r>
            <a:rPr lang="en-IN" sz="1600" cap="none" dirty="0">
              <a:latin typeface="Georgia" panose="02040502050405020303" pitchFamily="18" charset="0"/>
            </a:rPr>
            <a:t> — XP, streaks, levels, and rewards encourage regular practice.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9AC35B9F-C50E-4FAB-9CA3-EC0FDCF377CF}" type="parTrans" cxnId="{2CB3FB40-EF80-4BAE-860A-AC337AED27B2}">
      <dgm:prSet/>
      <dgm:spPr/>
      <dgm:t>
        <a:bodyPr/>
        <a:lstStyle/>
        <a:p>
          <a:endParaRPr lang="en-US"/>
        </a:p>
      </dgm:t>
    </dgm:pt>
    <dgm:pt modelId="{75412D4E-E1AA-4404-A53D-CDF3608B0EEC}" type="sibTrans" cxnId="{2CB3FB40-EF80-4BAE-860A-AC337AED27B2}">
      <dgm:prSet/>
      <dgm:spPr/>
      <dgm:t>
        <a:bodyPr/>
        <a:lstStyle/>
        <a:p>
          <a:endParaRPr lang="en-US"/>
        </a:p>
      </dgm:t>
    </dgm:pt>
    <dgm:pt modelId="{11F06477-D858-41D1-A605-1A49B8947D78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Interactive lessons</a:t>
          </a:r>
          <a:r>
            <a:rPr lang="en-IN" sz="1600" cap="none" dirty="0">
              <a:latin typeface="Georgia" panose="02040502050405020303" pitchFamily="18" charset="0"/>
            </a:rPr>
            <a:t> — users learn through activities rather than passive reading.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D5DFAEEC-D71F-4E7C-AEBA-6CE983123F9A}" type="parTrans" cxnId="{B4673CFE-6E62-488C-927A-B5895AD5CF3D}">
      <dgm:prSet/>
      <dgm:spPr/>
      <dgm:t>
        <a:bodyPr/>
        <a:lstStyle/>
        <a:p>
          <a:endParaRPr lang="en-US"/>
        </a:p>
      </dgm:t>
    </dgm:pt>
    <dgm:pt modelId="{7F5364BA-317B-4A00-B75C-A61D26CD69FA}" type="sibTrans" cxnId="{B4673CFE-6E62-488C-927A-B5895AD5CF3D}">
      <dgm:prSet/>
      <dgm:spPr/>
      <dgm:t>
        <a:bodyPr/>
        <a:lstStyle/>
        <a:p>
          <a:endParaRPr lang="en-US"/>
        </a:p>
      </dgm:t>
    </dgm:pt>
    <dgm:pt modelId="{86CBEA3C-B1D5-4E84-9267-8D3A337F563C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Areas for improvement</a:t>
          </a:r>
          <a:r>
            <a:rPr lang="en-IN" sz="1600" cap="none" dirty="0">
              <a:latin typeface="Georgia" panose="02040502050405020303" pitchFamily="18" charset="0"/>
            </a:rPr>
            <a:t> — improve homepage clarity, navigation, feature visibility, and conversion-focused </a:t>
          </a:r>
          <a:r>
            <a:rPr lang="en-IN" sz="1600" cap="none" dirty="0" err="1">
              <a:latin typeface="Georgia" panose="02040502050405020303" pitchFamily="18" charset="0"/>
            </a:rPr>
            <a:t>ctas</a:t>
          </a:r>
          <a:r>
            <a:rPr lang="en-IN" sz="1600" cap="none" dirty="0">
              <a:latin typeface="Georgia" panose="02040502050405020303" pitchFamily="18" charset="0"/>
            </a:rPr>
            <a:t>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BB83146E-31E8-4F2B-89D9-0E3EE4AD5D0F}" type="parTrans" cxnId="{134638E4-E9DF-433D-9AD7-8F0CED96AB09}">
      <dgm:prSet/>
      <dgm:spPr/>
      <dgm:t>
        <a:bodyPr/>
        <a:lstStyle/>
        <a:p>
          <a:endParaRPr lang="en-US"/>
        </a:p>
      </dgm:t>
    </dgm:pt>
    <dgm:pt modelId="{E6719CF4-B246-4C78-971E-9F662A5CCC56}" type="sibTrans" cxnId="{134638E4-E9DF-433D-9AD7-8F0CED96AB09}">
      <dgm:prSet/>
      <dgm:spPr/>
      <dgm:t>
        <a:bodyPr/>
        <a:lstStyle/>
        <a:p>
          <a:endParaRPr lang="en-US"/>
        </a:p>
      </dgm:t>
    </dgm:pt>
    <dgm:pt modelId="{03E3ED68-4CBE-44D8-B50E-BFC94BE06238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Mobile experience</a:t>
          </a:r>
          <a:r>
            <a:rPr lang="en-IN" sz="1600" cap="none" dirty="0">
              <a:latin typeface="Georgia" panose="02040502050405020303" pitchFamily="18" charset="0"/>
            </a:rPr>
            <a:t> — ensure content, buttons, and sections remain easy to use on smaller screens.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CBE14F40-3E7F-4AAE-9DE8-26C91D7F47A3}" type="parTrans" cxnId="{E2E9080B-F02D-447A-B057-4BB3CC9A4D3A}">
      <dgm:prSet/>
      <dgm:spPr/>
      <dgm:t>
        <a:bodyPr/>
        <a:lstStyle/>
        <a:p>
          <a:endParaRPr lang="en-US"/>
        </a:p>
      </dgm:t>
    </dgm:pt>
    <dgm:pt modelId="{E5EF9AD3-B9E3-422C-8109-6CD1A2A53F65}" type="sibTrans" cxnId="{E2E9080B-F02D-447A-B057-4BB3CC9A4D3A}">
      <dgm:prSet/>
      <dgm:spPr/>
      <dgm:t>
        <a:bodyPr/>
        <a:lstStyle/>
        <a:p>
          <a:endParaRPr lang="en-US"/>
        </a:p>
      </dgm:t>
    </dgm:pt>
    <dgm:pt modelId="{08743E39-706A-4305-A8C7-5A986A85E069}" type="pres">
      <dgm:prSet presAssocID="{7E27A87F-BD31-4245-B89E-3ED7A0DE6F5D}" presName="root" presStyleCnt="0">
        <dgm:presLayoutVars>
          <dgm:dir/>
          <dgm:resizeHandles val="exact"/>
        </dgm:presLayoutVars>
      </dgm:prSet>
      <dgm:spPr/>
    </dgm:pt>
    <dgm:pt modelId="{AF75DE8F-4398-4133-B4F7-C8B6A1449D8A}" type="pres">
      <dgm:prSet presAssocID="{86149A39-E6E3-4493-A2EA-3F70F1EA99A9}" presName="compNode" presStyleCnt="0"/>
      <dgm:spPr/>
    </dgm:pt>
    <dgm:pt modelId="{7858FE0C-85AF-4E01-927D-A7E6C56C7D8B}" type="pres">
      <dgm:prSet presAssocID="{86149A39-E6E3-4493-A2EA-3F70F1EA99A9}" presName="iconBgRect" presStyleLbl="bgShp" presStyleIdx="0" presStyleCnt="5"/>
      <dgm:spPr/>
    </dgm:pt>
    <dgm:pt modelId="{5FA59048-696D-4DC1-AE17-C7BA073DA282}" type="pres">
      <dgm:prSet presAssocID="{86149A39-E6E3-4493-A2EA-3F70F1EA99A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349E14B-906E-43FE-AF9A-80D4F5192945}" type="pres">
      <dgm:prSet presAssocID="{86149A39-E6E3-4493-A2EA-3F70F1EA99A9}" presName="spaceRect" presStyleCnt="0"/>
      <dgm:spPr/>
    </dgm:pt>
    <dgm:pt modelId="{3E05319F-0F24-4144-A2E9-1D3DCCE40689}" type="pres">
      <dgm:prSet presAssocID="{86149A39-E6E3-4493-A2EA-3F70F1EA99A9}" presName="textRect" presStyleLbl="revTx" presStyleIdx="0" presStyleCnt="5">
        <dgm:presLayoutVars>
          <dgm:chMax val="1"/>
          <dgm:chPref val="1"/>
        </dgm:presLayoutVars>
      </dgm:prSet>
      <dgm:spPr/>
    </dgm:pt>
    <dgm:pt modelId="{70FD4DDB-8346-4B4D-93E9-B379ACCB34A4}" type="pres">
      <dgm:prSet presAssocID="{16F62634-5B36-4216-BB1B-70BBCA98BFF3}" presName="sibTrans" presStyleCnt="0"/>
      <dgm:spPr/>
    </dgm:pt>
    <dgm:pt modelId="{DD7E00F1-C56F-4C4D-ACE5-1DCD2E8A10CB}" type="pres">
      <dgm:prSet presAssocID="{17347A75-0261-4892-AD54-F33DF724DD72}" presName="compNode" presStyleCnt="0"/>
      <dgm:spPr/>
    </dgm:pt>
    <dgm:pt modelId="{4AA34D9E-14C8-42D8-8161-5E2E26A420AE}" type="pres">
      <dgm:prSet presAssocID="{17347A75-0261-4892-AD54-F33DF724DD72}" presName="iconBgRect" presStyleLbl="bgShp" presStyleIdx="1" presStyleCnt="5"/>
      <dgm:spPr/>
    </dgm:pt>
    <dgm:pt modelId="{EAE3393B-9D0F-453C-8CED-10A260CE5EEA}" type="pres">
      <dgm:prSet presAssocID="{17347A75-0261-4892-AD54-F33DF724DD72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37C3C0C1-1C38-4F72-9F5E-8AC9688A09E4}" type="pres">
      <dgm:prSet presAssocID="{17347A75-0261-4892-AD54-F33DF724DD72}" presName="spaceRect" presStyleCnt="0"/>
      <dgm:spPr/>
    </dgm:pt>
    <dgm:pt modelId="{AF9B94DA-02E8-472B-A753-254B50D0F2A6}" type="pres">
      <dgm:prSet presAssocID="{17347A75-0261-4892-AD54-F33DF724DD72}" presName="textRect" presStyleLbl="revTx" presStyleIdx="1" presStyleCnt="5">
        <dgm:presLayoutVars>
          <dgm:chMax val="1"/>
          <dgm:chPref val="1"/>
        </dgm:presLayoutVars>
      </dgm:prSet>
      <dgm:spPr/>
    </dgm:pt>
    <dgm:pt modelId="{9E14A2B5-CAD4-485F-BE66-66D39C070AFE}" type="pres">
      <dgm:prSet presAssocID="{75412D4E-E1AA-4404-A53D-CDF3608B0EEC}" presName="sibTrans" presStyleCnt="0"/>
      <dgm:spPr/>
    </dgm:pt>
    <dgm:pt modelId="{13326D8A-5B3D-4826-8D95-1E64D550F222}" type="pres">
      <dgm:prSet presAssocID="{11F06477-D858-41D1-A605-1A49B8947D78}" presName="compNode" presStyleCnt="0"/>
      <dgm:spPr/>
    </dgm:pt>
    <dgm:pt modelId="{C7D5B3F7-D185-4561-8C1B-709086B04623}" type="pres">
      <dgm:prSet presAssocID="{11F06477-D858-41D1-A605-1A49B8947D78}" presName="iconBgRect" presStyleLbl="bgShp" presStyleIdx="2" presStyleCnt="5"/>
      <dgm:spPr/>
    </dgm:pt>
    <dgm:pt modelId="{4843D1A9-F919-48FB-885B-69AF012EE3B7}" type="pres">
      <dgm:prSet presAssocID="{11F06477-D858-41D1-A605-1A49B8947D7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FE089EE1-3849-4633-ADDC-DAF457F5CA8F}" type="pres">
      <dgm:prSet presAssocID="{11F06477-D858-41D1-A605-1A49B8947D78}" presName="spaceRect" presStyleCnt="0"/>
      <dgm:spPr/>
    </dgm:pt>
    <dgm:pt modelId="{26AC38F3-DB62-4611-8D02-0F4DB6860EF5}" type="pres">
      <dgm:prSet presAssocID="{11F06477-D858-41D1-A605-1A49B8947D78}" presName="textRect" presStyleLbl="revTx" presStyleIdx="2" presStyleCnt="5">
        <dgm:presLayoutVars>
          <dgm:chMax val="1"/>
          <dgm:chPref val="1"/>
        </dgm:presLayoutVars>
      </dgm:prSet>
      <dgm:spPr/>
    </dgm:pt>
    <dgm:pt modelId="{02F07494-8470-4A08-B463-853603799332}" type="pres">
      <dgm:prSet presAssocID="{7F5364BA-317B-4A00-B75C-A61D26CD69FA}" presName="sibTrans" presStyleCnt="0"/>
      <dgm:spPr/>
    </dgm:pt>
    <dgm:pt modelId="{24332CB0-4C1F-402A-AC30-57952C3A7A45}" type="pres">
      <dgm:prSet presAssocID="{86CBEA3C-B1D5-4E84-9267-8D3A337F563C}" presName="compNode" presStyleCnt="0"/>
      <dgm:spPr/>
    </dgm:pt>
    <dgm:pt modelId="{63B06998-F2C1-441D-8CF2-1696BF4CBD99}" type="pres">
      <dgm:prSet presAssocID="{86CBEA3C-B1D5-4E84-9267-8D3A337F563C}" presName="iconBgRect" presStyleLbl="bgShp" presStyleIdx="3" presStyleCnt="5"/>
      <dgm:spPr/>
    </dgm:pt>
    <dgm:pt modelId="{3BA8A754-029B-48EE-84D8-8C2751DB70A4}" type="pres">
      <dgm:prSet presAssocID="{86CBEA3C-B1D5-4E84-9267-8D3A337F563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93253A80-7BB7-445F-82EE-EC3278AD387D}" type="pres">
      <dgm:prSet presAssocID="{86CBEA3C-B1D5-4E84-9267-8D3A337F563C}" presName="spaceRect" presStyleCnt="0"/>
      <dgm:spPr/>
    </dgm:pt>
    <dgm:pt modelId="{E506171F-A4BF-4317-B494-84E1C921C5FC}" type="pres">
      <dgm:prSet presAssocID="{86CBEA3C-B1D5-4E84-9267-8D3A337F563C}" presName="textRect" presStyleLbl="revTx" presStyleIdx="3" presStyleCnt="5">
        <dgm:presLayoutVars>
          <dgm:chMax val="1"/>
          <dgm:chPref val="1"/>
        </dgm:presLayoutVars>
      </dgm:prSet>
      <dgm:spPr/>
    </dgm:pt>
    <dgm:pt modelId="{BE0983B3-DE6C-4C2F-9E83-F5F9D323B945}" type="pres">
      <dgm:prSet presAssocID="{E6719CF4-B246-4C78-971E-9F662A5CCC56}" presName="sibTrans" presStyleCnt="0"/>
      <dgm:spPr/>
    </dgm:pt>
    <dgm:pt modelId="{1073DC54-3E94-40D0-9C69-C86053C29181}" type="pres">
      <dgm:prSet presAssocID="{03E3ED68-4CBE-44D8-B50E-BFC94BE06238}" presName="compNode" presStyleCnt="0"/>
      <dgm:spPr/>
    </dgm:pt>
    <dgm:pt modelId="{8C6FEAEA-A4C9-4DCF-8EAC-7D7191F84D13}" type="pres">
      <dgm:prSet presAssocID="{03E3ED68-4CBE-44D8-B50E-BFC94BE06238}" presName="iconBgRect" presStyleLbl="bgShp" presStyleIdx="4" presStyleCnt="5"/>
      <dgm:spPr/>
    </dgm:pt>
    <dgm:pt modelId="{30A13337-4149-42AB-8E04-5D1EF835F4C8}" type="pres">
      <dgm:prSet presAssocID="{03E3ED68-4CBE-44D8-B50E-BFC94BE0623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8403CE83-AA27-4EF8-A859-8A5E11C35F05}" type="pres">
      <dgm:prSet presAssocID="{03E3ED68-4CBE-44D8-B50E-BFC94BE06238}" presName="spaceRect" presStyleCnt="0"/>
      <dgm:spPr/>
    </dgm:pt>
    <dgm:pt modelId="{CEFCA5C1-786D-47C4-9977-11EA9AB8389A}" type="pres">
      <dgm:prSet presAssocID="{03E3ED68-4CBE-44D8-B50E-BFC94BE0623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2E9080B-F02D-447A-B057-4BB3CC9A4D3A}" srcId="{7E27A87F-BD31-4245-B89E-3ED7A0DE6F5D}" destId="{03E3ED68-4CBE-44D8-B50E-BFC94BE06238}" srcOrd="4" destOrd="0" parTransId="{CBE14F40-3E7F-4AAE-9DE8-26C91D7F47A3}" sibTransId="{E5EF9AD3-B9E3-422C-8109-6CD1A2A53F65}"/>
    <dgm:cxn modelId="{39065027-7BF8-4010-9A6D-18CF6E618AF8}" type="presOf" srcId="{11F06477-D858-41D1-A605-1A49B8947D78}" destId="{26AC38F3-DB62-4611-8D02-0F4DB6860EF5}" srcOrd="0" destOrd="0" presId="urn:microsoft.com/office/officeart/2018/5/layout/IconCircleLabelList"/>
    <dgm:cxn modelId="{2CB3FB40-EF80-4BAE-860A-AC337AED27B2}" srcId="{7E27A87F-BD31-4245-B89E-3ED7A0DE6F5D}" destId="{17347A75-0261-4892-AD54-F33DF724DD72}" srcOrd="1" destOrd="0" parTransId="{9AC35B9F-C50E-4FAB-9CA3-EC0FDCF377CF}" sibTransId="{75412D4E-E1AA-4404-A53D-CDF3608B0EEC}"/>
    <dgm:cxn modelId="{2C090994-1777-49A7-9417-42ABF7486157}" type="presOf" srcId="{86CBEA3C-B1D5-4E84-9267-8D3A337F563C}" destId="{E506171F-A4BF-4317-B494-84E1C921C5FC}" srcOrd="0" destOrd="0" presId="urn:microsoft.com/office/officeart/2018/5/layout/IconCircleLabelList"/>
    <dgm:cxn modelId="{F85B38BD-C674-46C7-9576-5D550A0A5FCB}" type="presOf" srcId="{17347A75-0261-4892-AD54-F33DF724DD72}" destId="{AF9B94DA-02E8-472B-A753-254B50D0F2A6}" srcOrd="0" destOrd="0" presId="urn:microsoft.com/office/officeart/2018/5/layout/IconCircleLabelList"/>
    <dgm:cxn modelId="{BB91FED5-AC58-4517-9564-BC98EF56DCFF}" type="presOf" srcId="{7E27A87F-BD31-4245-B89E-3ED7A0DE6F5D}" destId="{08743E39-706A-4305-A8C7-5A986A85E069}" srcOrd="0" destOrd="0" presId="urn:microsoft.com/office/officeart/2018/5/layout/IconCircleLabelList"/>
    <dgm:cxn modelId="{134638E4-E9DF-433D-9AD7-8F0CED96AB09}" srcId="{7E27A87F-BD31-4245-B89E-3ED7A0DE6F5D}" destId="{86CBEA3C-B1D5-4E84-9267-8D3A337F563C}" srcOrd="3" destOrd="0" parTransId="{BB83146E-31E8-4F2B-89D9-0E3EE4AD5D0F}" sibTransId="{E6719CF4-B246-4C78-971E-9F662A5CCC56}"/>
    <dgm:cxn modelId="{091BEAEE-0F44-4043-98B6-EB1A7FDFE8A3}" type="presOf" srcId="{03E3ED68-4CBE-44D8-B50E-BFC94BE06238}" destId="{CEFCA5C1-786D-47C4-9977-11EA9AB8389A}" srcOrd="0" destOrd="0" presId="urn:microsoft.com/office/officeart/2018/5/layout/IconCircleLabelList"/>
    <dgm:cxn modelId="{1002EBF9-D0BD-4495-B7B2-726C1DDB682B}" srcId="{7E27A87F-BD31-4245-B89E-3ED7A0DE6F5D}" destId="{86149A39-E6E3-4493-A2EA-3F70F1EA99A9}" srcOrd="0" destOrd="0" parTransId="{FC53EF71-B110-43A4-B614-5DE1287D3E04}" sibTransId="{16F62634-5B36-4216-BB1B-70BBCA98BFF3}"/>
    <dgm:cxn modelId="{23B447FC-0DA5-40ED-B931-1CAA4BF70E09}" type="presOf" srcId="{86149A39-E6E3-4493-A2EA-3F70F1EA99A9}" destId="{3E05319F-0F24-4144-A2E9-1D3DCCE40689}" srcOrd="0" destOrd="0" presId="urn:microsoft.com/office/officeart/2018/5/layout/IconCircleLabelList"/>
    <dgm:cxn modelId="{B4673CFE-6E62-488C-927A-B5895AD5CF3D}" srcId="{7E27A87F-BD31-4245-B89E-3ED7A0DE6F5D}" destId="{11F06477-D858-41D1-A605-1A49B8947D78}" srcOrd="2" destOrd="0" parTransId="{D5DFAEEC-D71F-4E7C-AEBA-6CE983123F9A}" sibTransId="{7F5364BA-317B-4A00-B75C-A61D26CD69FA}"/>
    <dgm:cxn modelId="{8D6A3883-CF62-441D-B02A-CBBA989C9DCD}" type="presParOf" srcId="{08743E39-706A-4305-A8C7-5A986A85E069}" destId="{AF75DE8F-4398-4133-B4F7-C8B6A1449D8A}" srcOrd="0" destOrd="0" presId="urn:microsoft.com/office/officeart/2018/5/layout/IconCircleLabelList"/>
    <dgm:cxn modelId="{29E304F3-D259-45A9-858E-0C8F459197BD}" type="presParOf" srcId="{AF75DE8F-4398-4133-B4F7-C8B6A1449D8A}" destId="{7858FE0C-85AF-4E01-927D-A7E6C56C7D8B}" srcOrd="0" destOrd="0" presId="urn:microsoft.com/office/officeart/2018/5/layout/IconCircleLabelList"/>
    <dgm:cxn modelId="{AB0D9B52-C447-4171-A54A-871D7CD2454D}" type="presParOf" srcId="{AF75DE8F-4398-4133-B4F7-C8B6A1449D8A}" destId="{5FA59048-696D-4DC1-AE17-C7BA073DA282}" srcOrd="1" destOrd="0" presId="urn:microsoft.com/office/officeart/2018/5/layout/IconCircleLabelList"/>
    <dgm:cxn modelId="{DEF7C860-B2DB-462B-A881-EB4D5C232877}" type="presParOf" srcId="{AF75DE8F-4398-4133-B4F7-C8B6A1449D8A}" destId="{4349E14B-906E-43FE-AF9A-80D4F5192945}" srcOrd="2" destOrd="0" presId="urn:microsoft.com/office/officeart/2018/5/layout/IconCircleLabelList"/>
    <dgm:cxn modelId="{ACF561CA-E9BF-421F-ACF1-9B1784103C64}" type="presParOf" srcId="{AF75DE8F-4398-4133-B4F7-C8B6A1449D8A}" destId="{3E05319F-0F24-4144-A2E9-1D3DCCE40689}" srcOrd="3" destOrd="0" presId="urn:microsoft.com/office/officeart/2018/5/layout/IconCircleLabelList"/>
    <dgm:cxn modelId="{8DE6A429-C8B8-452E-9043-1689E61D104A}" type="presParOf" srcId="{08743E39-706A-4305-A8C7-5A986A85E069}" destId="{70FD4DDB-8346-4B4D-93E9-B379ACCB34A4}" srcOrd="1" destOrd="0" presId="urn:microsoft.com/office/officeart/2018/5/layout/IconCircleLabelList"/>
    <dgm:cxn modelId="{90F82497-3C22-47F7-B3D8-3DD81A86D765}" type="presParOf" srcId="{08743E39-706A-4305-A8C7-5A986A85E069}" destId="{DD7E00F1-C56F-4C4D-ACE5-1DCD2E8A10CB}" srcOrd="2" destOrd="0" presId="urn:microsoft.com/office/officeart/2018/5/layout/IconCircleLabelList"/>
    <dgm:cxn modelId="{47270C35-790F-4B5C-A963-67135C614F33}" type="presParOf" srcId="{DD7E00F1-C56F-4C4D-ACE5-1DCD2E8A10CB}" destId="{4AA34D9E-14C8-42D8-8161-5E2E26A420AE}" srcOrd="0" destOrd="0" presId="urn:microsoft.com/office/officeart/2018/5/layout/IconCircleLabelList"/>
    <dgm:cxn modelId="{37CA9BA6-FA0D-4106-B2F3-CAA0EF77AFE1}" type="presParOf" srcId="{DD7E00F1-C56F-4C4D-ACE5-1DCD2E8A10CB}" destId="{EAE3393B-9D0F-453C-8CED-10A260CE5EEA}" srcOrd="1" destOrd="0" presId="urn:microsoft.com/office/officeart/2018/5/layout/IconCircleLabelList"/>
    <dgm:cxn modelId="{5CD14480-C12A-4826-BE69-216EEADB0AA6}" type="presParOf" srcId="{DD7E00F1-C56F-4C4D-ACE5-1DCD2E8A10CB}" destId="{37C3C0C1-1C38-4F72-9F5E-8AC9688A09E4}" srcOrd="2" destOrd="0" presId="urn:microsoft.com/office/officeart/2018/5/layout/IconCircleLabelList"/>
    <dgm:cxn modelId="{35B4A48A-ECAF-48DC-B777-D76B4ED54403}" type="presParOf" srcId="{DD7E00F1-C56F-4C4D-ACE5-1DCD2E8A10CB}" destId="{AF9B94DA-02E8-472B-A753-254B50D0F2A6}" srcOrd="3" destOrd="0" presId="urn:microsoft.com/office/officeart/2018/5/layout/IconCircleLabelList"/>
    <dgm:cxn modelId="{A5A161CE-F5B5-4A8C-A1AF-E7B583A60FC7}" type="presParOf" srcId="{08743E39-706A-4305-A8C7-5A986A85E069}" destId="{9E14A2B5-CAD4-485F-BE66-66D39C070AFE}" srcOrd="3" destOrd="0" presId="urn:microsoft.com/office/officeart/2018/5/layout/IconCircleLabelList"/>
    <dgm:cxn modelId="{CAAD197C-4CD7-4973-8701-3F1EB4D4932B}" type="presParOf" srcId="{08743E39-706A-4305-A8C7-5A986A85E069}" destId="{13326D8A-5B3D-4826-8D95-1E64D550F222}" srcOrd="4" destOrd="0" presId="urn:microsoft.com/office/officeart/2018/5/layout/IconCircleLabelList"/>
    <dgm:cxn modelId="{D7A5F77A-0B9F-432B-B437-2C0BA50904E9}" type="presParOf" srcId="{13326D8A-5B3D-4826-8D95-1E64D550F222}" destId="{C7D5B3F7-D185-4561-8C1B-709086B04623}" srcOrd="0" destOrd="0" presId="urn:microsoft.com/office/officeart/2018/5/layout/IconCircleLabelList"/>
    <dgm:cxn modelId="{4273D178-6367-49C0-9BAD-7BDB6988666C}" type="presParOf" srcId="{13326D8A-5B3D-4826-8D95-1E64D550F222}" destId="{4843D1A9-F919-48FB-885B-69AF012EE3B7}" srcOrd="1" destOrd="0" presId="urn:microsoft.com/office/officeart/2018/5/layout/IconCircleLabelList"/>
    <dgm:cxn modelId="{FAC5CB1E-87FB-4289-8532-4FFBAD909578}" type="presParOf" srcId="{13326D8A-5B3D-4826-8D95-1E64D550F222}" destId="{FE089EE1-3849-4633-ADDC-DAF457F5CA8F}" srcOrd="2" destOrd="0" presId="urn:microsoft.com/office/officeart/2018/5/layout/IconCircleLabelList"/>
    <dgm:cxn modelId="{1A17A21F-13DF-487C-B7C4-1A7976888296}" type="presParOf" srcId="{13326D8A-5B3D-4826-8D95-1E64D550F222}" destId="{26AC38F3-DB62-4611-8D02-0F4DB6860EF5}" srcOrd="3" destOrd="0" presId="urn:microsoft.com/office/officeart/2018/5/layout/IconCircleLabelList"/>
    <dgm:cxn modelId="{3A2D6A25-6434-4249-988E-D8FEB6B128EF}" type="presParOf" srcId="{08743E39-706A-4305-A8C7-5A986A85E069}" destId="{02F07494-8470-4A08-B463-853603799332}" srcOrd="5" destOrd="0" presId="urn:microsoft.com/office/officeart/2018/5/layout/IconCircleLabelList"/>
    <dgm:cxn modelId="{1762FD38-B35A-49FA-AE37-0FFCC2054778}" type="presParOf" srcId="{08743E39-706A-4305-A8C7-5A986A85E069}" destId="{24332CB0-4C1F-402A-AC30-57952C3A7A45}" srcOrd="6" destOrd="0" presId="urn:microsoft.com/office/officeart/2018/5/layout/IconCircleLabelList"/>
    <dgm:cxn modelId="{7BA8E1F1-726C-4595-A77D-4B1D540C9DED}" type="presParOf" srcId="{24332CB0-4C1F-402A-AC30-57952C3A7A45}" destId="{63B06998-F2C1-441D-8CF2-1696BF4CBD99}" srcOrd="0" destOrd="0" presId="urn:microsoft.com/office/officeart/2018/5/layout/IconCircleLabelList"/>
    <dgm:cxn modelId="{E928B232-97A5-4C47-AEFC-FA42234284A4}" type="presParOf" srcId="{24332CB0-4C1F-402A-AC30-57952C3A7A45}" destId="{3BA8A754-029B-48EE-84D8-8C2751DB70A4}" srcOrd="1" destOrd="0" presId="urn:microsoft.com/office/officeart/2018/5/layout/IconCircleLabelList"/>
    <dgm:cxn modelId="{DD7B72B3-9810-49AD-A67E-A5CD9078A0AB}" type="presParOf" srcId="{24332CB0-4C1F-402A-AC30-57952C3A7A45}" destId="{93253A80-7BB7-445F-82EE-EC3278AD387D}" srcOrd="2" destOrd="0" presId="urn:microsoft.com/office/officeart/2018/5/layout/IconCircleLabelList"/>
    <dgm:cxn modelId="{A2B3257C-1224-46CA-8C5E-06E7E0DB64BA}" type="presParOf" srcId="{24332CB0-4C1F-402A-AC30-57952C3A7A45}" destId="{E506171F-A4BF-4317-B494-84E1C921C5FC}" srcOrd="3" destOrd="0" presId="urn:microsoft.com/office/officeart/2018/5/layout/IconCircleLabelList"/>
    <dgm:cxn modelId="{61B98463-52BA-4845-8F93-2FB888D8AC3E}" type="presParOf" srcId="{08743E39-706A-4305-A8C7-5A986A85E069}" destId="{BE0983B3-DE6C-4C2F-9E83-F5F9D323B945}" srcOrd="7" destOrd="0" presId="urn:microsoft.com/office/officeart/2018/5/layout/IconCircleLabelList"/>
    <dgm:cxn modelId="{C5EC11E0-8FBB-48B8-86FB-B139A1192962}" type="presParOf" srcId="{08743E39-706A-4305-A8C7-5A986A85E069}" destId="{1073DC54-3E94-40D0-9C69-C86053C29181}" srcOrd="8" destOrd="0" presId="urn:microsoft.com/office/officeart/2018/5/layout/IconCircleLabelList"/>
    <dgm:cxn modelId="{8AD71CD6-12B9-4DF8-98B1-C92F9D46D4C6}" type="presParOf" srcId="{1073DC54-3E94-40D0-9C69-C86053C29181}" destId="{8C6FEAEA-A4C9-4DCF-8EAC-7D7191F84D13}" srcOrd="0" destOrd="0" presId="urn:microsoft.com/office/officeart/2018/5/layout/IconCircleLabelList"/>
    <dgm:cxn modelId="{8B648FA2-F7E2-4677-9613-0656A823C25E}" type="presParOf" srcId="{1073DC54-3E94-40D0-9C69-C86053C29181}" destId="{30A13337-4149-42AB-8E04-5D1EF835F4C8}" srcOrd="1" destOrd="0" presId="urn:microsoft.com/office/officeart/2018/5/layout/IconCircleLabelList"/>
    <dgm:cxn modelId="{1FB5C97D-3AA1-44EF-A52E-DA187807F325}" type="presParOf" srcId="{1073DC54-3E94-40D0-9C69-C86053C29181}" destId="{8403CE83-AA27-4EF8-A859-8A5E11C35F05}" srcOrd="2" destOrd="0" presId="urn:microsoft.com/office/officeart/2018/5/layout/IconCircleLabelList"/>
    <dgm:cxn modelId="{78B6C10B-E639-40B7-A42B-6A88CF2405B3}" type="presParOf" srcId="{1073DC54-3E94-40D0-9C69-C86053C29181}" destId="{CEFCA5C1-786D-47C4-9977-11EA9AB838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170F4C-A470-4044-9C99-DA12E53304AF}" type="doc">
      <dgm:prSet loTypeId="urn:microsoft.com/office/officeart/2016/7/layout/LinearBlockProcessNumbered" loCatId="process" qsTypeId="urn:microsoft.com/office/officeart/2005/8/quickstyle/simple1#27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65E32705-B087-42C6-A144-662C1CB21CE6}">
      <dgm:prSet custT="1"/>
      <dgm:spPr/>
      <dgm:t>
        <a:bodyPr/>
        <a:lstStyle/>
        <a:p>
          <a:r>
            <a:rPr lang="en-IN" sz="1600" b="1" dirty="0">
              <a:latin typeface="Georgia" panose="02040502050405020303" pitchFamily="18" charset="0"/>
            </a:rPr>
            <a:t>Simplify Navigation</a:t>
          </a:r>
          <a:r>
            <a:rPr lang="en-IN" sz="1600" dirty="0">
              <a:latin typeface="Georgia" panose="02040502050405020303" pitchFamily="18" charset="0"/>
            </a:rPr>
            <a:t> — Help users find important sections quickly.</a:t>
          </a:r>
          <a:endParaRPr lang="en-US" sz="1600" dirty="0">
            <a:latin typeface="Georgia" panose="02040502050405020303" pitchFamily="18" charset="0"/>
          </a:endParaRPr>
        </a:p>
      </dgm:t>
    </dgm:pt>
    <dgm:pt modelId="{08012F54-9F60-45F7-8D34-30B2A0E8A1A9}" type="parTrans" cxnId="{AA74CCAA-F8CE-4FC1-B570-0BD22C2FE4A5}">
      <dgm:prSet/>
      <dgm:spPr/>
      <dgm:t>
        <a:bodyPr/>
        <a:lstStyle/>
        <a:p>
          <a:endParaRPr lang="en-US"/>
        </a:p>
      </dgm:t>
    </dgm:pt>
    <dgm:pt modelId="{2CFEB85C-E694-4798-A6AA-AF911FC5B8DE}" type="sibTrans" cxnId="{AA74CCAA-F8CE-4FC1-B570-0BD22C2FE4A5}">
      <dgm:prSet phldrT="01" phldr="0"/>
      <dgm:spPr/>
      <dgm:t>
        <a:bodyPr/>
        <a:lstStyle/>
        <a:p>
          <a:r>
            <a:rPr lang="en-US" dirty="0"/>
            <a:t>01</a:t>
          </a:r>
        </a:p>
      </dgm:t>
    </dgm:pt>
    <dgm:pt modelId="{8A694232-A4E5-46AF-905B-A41294A1A828}">
      <dgm:prSet custT="1"/>
      <dgm:spPr/>
      <dgm:t>
        <a:bodyPr/>
        <a:lstStyle/>
        <a:p>
          <a:r>
            <a:rPr lang="en-IN" sz="1600" b="1" dirty="0">
              <a:latin typeface="Georgia" panose="02040502050405020303" pitchFamily="18" charset="0"/>
            </a:rPr>
            <a:t>Improve Homepage Clarity</a:t>
          </a:r>
          <a:r>
            <a:rPr lang="en-IN" sz="1600" dirty="0">
              <a:latin typeface="Georgia" panose="02040502050405020303" pitchFamily="18" charset="0"/>
            </a:rPr>
            <a:t> — Clearly communicate what Duolingo offers.</a:t>
          </a:r>
          <a:endParaRPr lang="en-US" sz="1600" dirty="0">
            <a:latin typeface="Georgia" panose="02040502050405020303" pitchFamily="18" charset="0"/>
          </a:endParaRPr>
        </a:p>
      </dgm:t>
    </dgm:pt>
    <dgm:pt modelId="{4C5A50EC-DA14-403B-864F-02AFEBEE2FD8}" type="parTrans" cxnId="{A30D94FD-ED7B-4864-BD8A-64227A4C40EF}">
      <dgm:prSet/>
      <dgm:spPr/>
      <dgm:t>
        <a:bodyPr/>
        <a:lstStyle/>
        <a:p>
          <a:endParaRPr lang="en-US"/>
        </a:p>
      </dgm:t>
    </dgm:pt>
    <dgm:pt modelId="{A3CFB1E0-998E-4353-BB8E-854F00B82C7D}" type="sibTrans" cxnId="{A30D94FD-ED7B-4864-BD8A-64227A4C40E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501E717-779E-48A4-97B5-E1E52E921FC6}">
      <dgm:prSet custT="1"/>
      <dgm:spPr/>
      <dgm:t>
        <a:bodyPr/>
        <a:lstStyle/>
        <a:p>
          <a:r>
            <a:rPr lang="en-IN" sz="1600" b="1" dirty="0">
              <a:latin typeface="Georgia" panose="02040502050405020303" pitchFamily="18" charset="0"/>
            </a:rPr>
            <a:t>Strengthen Call-to-Action</a:t>
          </a:r>
          <a:r>
            <a:rPr lang="en-IN" sz="1600" dirty="0">
              <a:latin typeface="Georgia" panose="02040502050405020303" pitchFamily="18" charset="0"/>
            </a:rPr>
            <a:t> — Make </a:t>
          </a:r>
          <a:r>
            <a:rPr lang="en-IN" sz="1600" b="1" dirty="0">
              <a:latin typeface="Georgia" panose="02040502050405020303" pitchFamily="18" charset="0"/>
            </a:rPr>
            <a:t>“Start Learning”</a:t>
          </a:r>
          <a:r>
            <a:rPr lang="en-IN" sz="1600" dirty="0">
              <a:latin typeface="Georgia" panose="02040502050405020303" pitchFamily="18" charset="0"/>
            </a:rPr>
            <a:t> more visible.</a:t>
          </a:r>
          <a:endParaRPr lang="en-US" sz="1600" dirty="0">
            <a:latin typeface="Georgia" panose="02040502050405020303" pitchFamily="18" charset="0"/>
          </a:endParaRPr>
        </a:p>
      </dgm:t>
    </dgm:pt>
    <dgm:pt modelId="{EE1DBFB3-E7CA-4DA5-9780-DEF5E3FDF6EE}" type="parTrans" cxnId="{5D47C382-B717-4EA7-B7B6-00E456CA46AB}">
      <dgm:prSet/>
      <dgm:spPr/>
      <dgm:t>
        <a:bodyPr/>
        <a:lstStyle/>
        <a:p>
          <a:endParaRPr lang="en-US"/>
        </a:p>
      </dgm:t>
    </dgm:pt>
    <dgm:pt modelId="{3DB8143B-5613-43E8-8295-1D5C2A69D49F}" type="sibTrans" cxnId="{5D47C382-B717-4EA7-B7B6-00E456CA46A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9CC2985-40C3-4A3B-9FBF-2103692031F4}">
      <dgm:prSet custT="1"/>
      <dgm:spPr/>
      <dgm:t>
        <a:bodyPr/>
        <a:lstStyle/>
        <a:p>
          <a:r>
            <a:rPr lang="en-IN" sz="1600" b="1" dirty="0">
              <a:latin typeface="Georgia" panose="02040502050405020303" pitchFamily="18" charset="0"/>
            </a:rPr>
            <a:t>Highlight Learning Features</a:t>
          </a:r>
          <a:r>
            <a:rPr lang="en-IN" sz="1600" dirty="0">
              <a:latin typeface="Georgia" panose="02040502050405020303" pitchFamily="18" charset="0"/>
            </a:rPr>
            <a:t> — Show interactive activities and learning benefits.</a:t>
          </a:r>
          <a:endParaRPr lang="en-US" sz="1600" dirty="0">
            <a:latin typeface="Georgia" panose="02040502050405020303" pitchFamily="18" charset="0"/>
          </a:endParaRPr>
        </a:p>
      </dgm:t>
    </dgm:pt>
    <dgm:pt modelId="{962DF324-F2DC-403A-81F9-7B0AA8F9F8CC}" type="parTrans" cxnId="{E8205064-6DD9-41CC-ACD7-79D65F7EEF09}">
      <dgm:prSet/>
      <dgm:spPr/>
      <dgm:t>
        <a:bodyPr/>
        <a:lstStyle/>
        <a:p>
          <a:endParaRPr lang="en-US"/>
        </a:p>
      </dgm:t>
    </dgm:pt>
    <dgm:pt modelId="{ABD479F8-46F8-4512-9AEC-882714AB14A2}" type="sibTrans" cxnId="{E8205064-6DD9-41CC-ACD7-79D65F7EEF0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6F512C1A-FBA1-43F8-92DE-8275919BA1F9}">
      <dgm:prSet custT="1"/>
      <dgm:spPr/>
      <dgm:t>
        <a:bodyPr/>
        <a:lstStyle/>
        <a:p>
          <a:r>
            <a:rPr lang="en-IN" sz="1600" b="1" dirty="0">
              <a:latin typeface="Georgia" panose="02040502050405020303" pitchFamily="18" charset="0"/>
            </a:rPr>
            <a:t>Improve User Engagement</a:t>
          </a:r>
          <a:r>
            <a:rPr lang="en-IN" sz="1600" dirty="0">
              <a:latin typeface="Georgia" panose="02040502050405020303" pitchFamily="18" charset="0"/>
            </a:rPr>
            <a:t> — Use gamification and progress features to encourage regular learning.</a:t>
          </a:r>
          <a:endParaRPr lang="en-US" sz="1600" dirty="0">
            <a:latin typeface="Georgia" panose="02040502050405020303" pitchFamily="18" charset="0"/>
          </a:endParaRPr>
        </a:p>
      </dgm:t>
    </dgm:pt>
    <dgm:pt modelId="{C15B5A79-1E83-41A4-AC5D-6CEAD77AEB67}" type="parTrans" cxnId="{02F454A8-DB2F-48F7-BE9C-3AFC6D036A4B}">
      <dgm:prSet/>
      <dgm:spPr/>
      <dgm:t>
        <a:bodyPr/>
        <a:lstStyle/>
        <a:p>
          <a:endParaRPr lang="en-US"/>
        </a:p>
      </dgm:t>
    </dgm:pt>
    <dgm:pt modelId="{A80F21D1-F86B-4C03-B506-B577AD6BD70B}" type="sibTrans" cxnId="{02F454A8-DB2F-48F7-BE9C-3AFC6D036A4B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5AF68108-7224-441E-BC14-8180903FB925}" type="pres">
      <dgm:prSet presAssocID="{1F170F4C-A470-4044-9C99-DA12E53304AF}" presName="Name0" presStyleCnt="0">
        <dgm:presLayoutVars>
          <dgm:animLvl val="lvl"/>
          <dgm:resizeHandles val="exact"/>
        </dgm:presLayoutVars>
      </dgm:prSet>
      <dgm:spPr/>
    </dgm:pt>
    <dgm:pt modelId="{7DC16564-5A6D-42A7-AABC-4ECC9FCA180D}" type="pres">
      <dgm:prSet presAssocID="{65E32705-B087-42C6-A144-662C1CB21CE6}" presName="compositeNode" presStyleCnt="0">
        <dgm:presLayoutVars>
          <dgm:bulletEnabled val="1"/>
        </dgm:presLayoutVars>
      </dgm:prSet>
      <dgm:spPr/>
    </dgm:pt>
    <dgm:pt modelId="{BA72F5DA-BA3F-4E93-84B1-09291B03A172}" type="pres">
      <dgm:prSet presAssocID="{65E32705-B087-42C6-A144-662C1CB21CE6}" presName="bgRect" presStyleLbl="alignNode1" presStyleIdx="0" presStyleCnt="5" custScaleY="247834"/>
      <dgm:spPr/>
    </dgm:pt>
    <dgm:pt modelId="{0F64F7FD-97B9-44D2-AA95-F9B49DAF6466}" type="pres">
      <dgm:prSet presAssocID="{2CFEB85C-E694-4798-A6AA-AF911FC5B8DE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58055A05-550E-4D6E-B151-F75566A490F4}" type="pres">
      <dgm:prSet presAssocID="{65E32705-B087-42C6-A144-662C1CB21CE6}" presName="nodeRect" presStyleLbl="alignNode1" presStyleIdx="0" presStyleCnt="5">
        <dgm:presLayoutVars>
          <dgm:bulletEnabled val="1"/>
        </dgm:presLayoutVars>
      </dgm:prSet>
      <dgm:spPr/>
    </dgm:pt>
    <dgm:pt modelId="{B94F911E-1F0D-4761-B03E-C6D2CD7ACE98}" type="pres">
      <dgm:prSet presAssocID="{2CFEB85C-E694-4798-A6AA-AF911FC5B8DE}" presName="sibTrans" presStyleCnt="0"/>
      <dgm:spPr/>
    </dgm:pt>
    <dgm:pt modelId="{A512AE8F-281D-4E3A-A0B7-8424A48C395D}" type="pres">
      <dgm:prSet presAssocID="{8A694232-A4E5-46AF-905B-A41294A1A828}" presName="compositeNode" presStyleCnt="0">
        <dgm:presLayoutVars>
          <dgm:bulletEnabled val="1"/>
        </dgm:presLayoutVars>
      </dgm:prSet>
      <dgm:spPr/>
    </dgm:pt>
    <dgm:pt modelId="{DB159683-C891-4B45-A5B8-418EBA2AE7D0}" type="pres">
      <dgm:prSet presAssocID="{8A694232-A4E5-46AF-905B-A41294A1A828}" presName="bgRect" presStyleLbl="alignNode1" presStyleIdx="1" presStyleCnt="5" custScaleY="244599"/>
      <dgm:spPr/>
    </dgm:pt>
    <dgm:pt modelId="{474D0AFE-6D09-41DF-BF8A-BD68FAE7698F}" type="pres">
      <dgm:prSet presAssocID="{A3CFB1E0-998E-4353-BB8E-854F00B82C7D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9779291A-14DD-4D44-86B8-998B6AF063EC}" type="pres">
      <dgm:prSet presAssocID="{8A694232-A4E5-46AF-905B-A41294A1A828}" presName="nodeRect" presStyleLbl="alignNode1" presStyleIdx="1" presStyleCnt="5">
        <dgm:presLayoutVars>
          <dgm:bulletEnabled val="1"/>
        </dgm:presLayoutVars>
      </dgm:prSet>
      <dgm:spPr/>
    </dgm:pt>
    <dgm:pt modelId="{2052C489-F89E-427A-B523-89F089C9BAD1}" type="pres">
      <dgm:prSet presAssocID="{A3CFB1E0-998E-4353-BB8E-854F00B82C7D}" presName="sibTrans" presStyleCnt="0"/>
      <dgm:spPr/>
    </dgm:pt>
    <dgm:pt modelId="{E08353C6-4968-48DC-9D46-065160E4E777}" type="pres">
      <dgm:prSet presAssocID="{3501E717-779E-48A4-97B5-E1E52E921FC6}" presName="compositeNode" presStyleCnt="0">
        <dgm:presLayoutVars>
          <dgm:bulletEnabled val="1"/>
        </dgm:presLayoutVars>
      </dgm:prSet>
      <dgm:spPr/>
    </dgm:pt>
    <dgm:pt modelId="{252DA8A3-9DFE-4A26-9A09-70DF6E4824F5}" type="pres">
      <dgm:prSet presAssocID="{3501E717-779E-48A4-97B5-E1E52E921FC6}" presName="bgRect" presStyleLbl="alignNode1" presStyleIdx="2" presStyleCnt="5" custScaleY="247128"/>
      <dgm:spPr/>
    </dgm:pt>
    <dgm:pt modelId="{3481A4BE-D665-4CA0-ABFE-9C312D4D0C0F}" type="pres">
      <dgm:prSet presAssocID="{3DB8143B-5613-43E8-8295-1D5C2A69D49F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BC079C54-5C5B-4C13-8D34-0CF3B52231CF}" type="pres">
      <dgm:prSet presAssocID="{3501E717-779E-48A4-97B5-E1E52E921FC6}" presName="nodeRect" presStyleLbl="alignNode1" presStyleIdx="2" presStyleCnt="5">
        <dgm:presLayoutVars>
          <dgm:bulletEnabled val="1"/>
        </dgm:presLayoutVars>
      </dgm:prSet>
      <dgm:spPr/>
    </dgm:pt>
    <dgm:pt modelId="{28AECF5D-8EA8-4CF4-946F-215D86E5FCCF}" type="pres">
      <dgm:prSet presAssocID="{3DB8143B-5613-43E8-8295-1D5C2A69D49F}" presName="sibTrans" presStyleCnt="0"/>
      <dgm:spPr/>
    </dgm:pt>
    <dgm:pt modelId="{235C9C8F-8D04-41D5-801F-7B9D0BD53F64}" type="pres">
      <dgm:prSet presAssocID="{D9CC2985-40C3-4A3B-9FBF-2103692031F4}" presName="compositeNode" presStyleCnt="0">
        <dgm:presLayoutVars>
          <dgm:bulletEnabled val="1"/>
        </dgm:presLayoutVars>
      </dgm:prSet>
      <dgm:spPr/>
    </dgm:pt>
    <dgm:pt modelId="{301A55E1-CEA8-45A8-9438-A67669B96A9A}" type="pres">
      <dgm:prSet presAssocID="{D9CC2985-40C3-4A3B-9FBF-2103692031F4}" presName="bgRect" presStyleLbl="alignNode1" presStyleIdx="3" presStyleCnt="5" custScaleY="242072"/>
      <dgm:spPr/>
    </dgm:pt>
    <dgm:pt modelId="{48CCB90A-285A-4EE2-BB9D-78B90A6C31AD}" type="pres">
      <dgm:prSet presAssocID="{ABD479F8-46F8-4512-9AEC-882714AB14A2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BE854689-0B26-48FE-AFCB-8A356421F184}" type="pres">
      <dgm:prSet presAssocID="{D9CC2985-40C3-4A3B-9FBF-2103692031F4}" presName="nodeRect" presStyleLbl="alignNode1" presStyleIdx="3" presStyleCnt="5">
        <dgm:presLayoutVars>
          <dgm:bulletEnabled val="1"/>
        </dgm:presLayoutVars>
      </dgm:prSet>
      <dgm:spPr/>
    </dgm:pt>
    <dgm:pt modelId="{EAEBC754-F692-4659-9E5A-DD726337CBD3}" type="pres">
      <dgm:prSet presAssocID="{ABD479F8-46F8-4512-9AEC-882714AB14A2}" presName="sibTrans" presStyleCnt="0"/>
      <dgm:spPr/>
    </dgm:pt>
    <dgm:pt modelId="{81C9EF66-2B38-4B30-B82E-01D4D123FAF7}" type="pres">
      <dgm:prSet presAssocID="{6F512C1A-FBA1-43F8-92DE-8275919BA1F9}" presName="compositeNode" presStyleCnt="0">
        <dgm:presLayoutVars>
          <dgm:bulletEnabled val="1"/>
        </dgm:presLayoutVars>
      </dgm:prSet>
      <dgm:spPr/>
    </dgm:pt>
    <dgm:pt modelId="{8D0AAF8C-2BCD-4C5E-A124-1383F83D4BED}" type="pres">
      <dgm:prSet presAssocID="{6F512C1A-FBA1-43F8-92DE-8275919BA1F9}" presName="bgRect" presStyleLbl="alignNode1" presStyleIdx="4" presStyleCnt="5" custScaleY="265979"/>
      <dgm:spPr/>
    </dgm:pt>
    <dgm:pt modelId="{B067C6CD-E744-4972-B30B-298E3A7C4347}" type="pres">
      <dgm:prSet presAssocID="{A80F21D1-F86B-4C03-B506-B577AD6BD70B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CCB3B98B-C3A3-4987-8B10-3CAC2CC26A29}" type="pres">
      <dgm:prSet presAssocID="{6F512C1A-FBA1-43F8-92DE-8275919BA1F9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9910A638-7296-478F-8A01-C10A68FA546C}" type="presOf" srcId="{65E32705-B087-42C6-A144-662C1CB21CE6}" destId="{58055A05-550E-4D6E-B151-F75566A490F4}" srcOrd="1" destOrd="0" presId="urn:microsoft.com/office/officeart/2016/7/layout/LinearBlockProcessNumbered"/>
    <dgm:cxn modelId="{A7250B64-5EF7-4173-86E9-D1DA557B0AA1}" type="presOf" srcId="{3501E717-779E-48A4-97B5-E1E52E921FC6}" destId="{252DA8A3-9DFE-4A26-9A09-70DF6E4824F5}" srcOrd="0" destOrd="0" presId="urn:microsoft.com/office/officeart/2016/7/layout/LinearBlockProcessNumbered"/>
    <dgm:cxn modelId="{E8205064-6DD9-41CC-ACD7-79D65F7EEF09}" srcId="{1F170F4C-A470-4044-9C99-DA12E53304AF}" destId="{D9CC2985-40C3-4A3B-9FBF-2103692031F4}" srcOrd="3" destOrd="0" parTransId="{962DF324-F2DC-403A-81F9-7B0AA8F9F8CC}" sibTransId="{ABD479F8-46F8-4512-9AEC-882714AB14A2}"/>
    <dgm:cxn modelId="{B2613B46-F569-4013-ABB2-1EF4B928965B}" type="presOf" srcId="{D9CC2985-40C3-4A3B-9FBF-2103692031F4}" destId="{301A55E1-CEA8-45A8-9438-A67669B96A9A}" srcOrd="0" destOrd="0" presId="urn:microsoft.com/office/officeart/2016/7/layout/LinearBlockProcessNumbered"/>
    <dgm:cxn modelId="{C5253C4D-B79A-4913-BF42-04033A780522}" type="presOf" srcId="{8A694232-A4E5-46AF-905B-A41294A1A828}" destId="{9779291A-14DD-4D44-86B8-998B6AF063EC}" srcOrd="1" destOrd="0" presId="urn:microsoft.com/office/officeart/2016/7/layout/LinearBlockProcessNumbered"/>
    <dgm:cxn modelId="{1F590E73-6E59-4ADA-BE45-2E7AFBF3895D}" type="presOf" srcId="{6F512C1A-FBA1-43F8-92DE-8275919BA1F9}" destId="{CCB3B98B-C3A3-4987-8B10-3CAC2CC26A29}" srcOrd="1" destOrd="0" presId="urn:microsoft.com/office/officeart/2016/7/layout/LinearBlockProcessNumbered"/>
    <dgm:cxn modelId="{3F527B5A-B1F4-4D30-B1C0-CCEB1E7A13B5}" type="presOf" srcId="{8A694232-A4E5-46AF-905B-A41294A1A828}" destId="{DB159683-C891-4B45-A5B8-418EBA2AE7D0}" srcOrd="0" destOrd="0" presId="urn:microsoft.com/office/officeart/2016/7/layout/LinearBlockProcessNumbered"/>
    <dgm:cxn modelId="{2E712E7F-6FEC-4B49-9F45-6110F7F14DA0}" type="presOf" srcId="{65E32705-B087-42C6-A144-662C1CB21CE6}" destId="{BA72F5DA-BA3F-4E93-84B1-09291B03A172}" srcOrd="0" destOrd="0" presId="urn:microsoft.com/office/officeart/2016/7/layout/LinearBlockProcessNumbered"/>
    <dgm:cxn modelId="{5D47C382-B717-4EA7-B7B6-00E456CA46AB}" srcId="{1F170F4C-A470-4044-9C99-DA12E53304AF}" destId="{3501E717-779E-48A4-97B5-E1E52E921FC6}" srcOrd="2" destOrd="0" parTransId="{EE1DBFB3-E7CA-4DA5-9780-DEF5E3FDF6EE}" sibTransId="{3DB8143B-5613-43E8-8295-1D5C2A69D49F}"/>
    <dgm:cxn modelId="{3E797A84-1482-4A0C-8F18-5717EBA210CF}" type="presOf" srcId="{3501E717-779E-48A4-97B5-E1E52E921FC6}" destId="{BC079C54-5C5B-4C13-8D34-0CF3B52231CF}" srcOrd="1" destOrd="0" presId="urn:microsoft.com/office/officeart/2016/7/layout/LinearBlockProcessNumbered"/>
    <dgm:cxn modelId="{E3D5D18A-0454-4AE3-A925-5F45876332BE}" type="presOf" srcId="{2CFEB85C-E694-4798-A6AA-AF911FC5B8DE}" destId="{0F64F7FD-97B9-44D2-AA95-F9B49DAF6466}" srcOrd="0" destOrd="0" presId="urn:microsoft.com/office/officeart/2016/7/layout/LinearBlockProcessNumbered"/>
    <dgm:cxn modelId="{02F454A8-DB2F-48F7-BE9C-3AFC6D036A4B}" srcId="{1F170F4C-A470-4044-9C99-DA12E53304AF}" destId="{6F512C1A-FBA1-43F8-92DE-8275919BA1F9}" srcOrd="4" destOrd="0" parTransId="{C15B5A79-1E83-41A4-AC5D-6CEAD77AEB67}" sibTransId="{A80F21D1-F86B-4C03-B506-B577AD6BD70B}"/>
    <dgm:cxn modelId="{AA74CCAA-F8CE-4FC1-B570-0BD22C2FE4A5}" srcId="{1F170F4C-A470-4044-9C99-DA12E53304AF}" destId="{65E32705-B087-42C6-A144-662C1CB21CE6}" srcOrd="0" destOrd="0" parTransId="{08012F54-9F60-45F7-8D34-30B2A0E8A1A9}" sibTransId="{2CFEB85C-E694-4798-A6AA-AF911FC5B8DE}"/>
    <dgm:cxn modelId="{2C577EB9-364F-4671-BCEC-F22707B21D64}" type="presOf" srcId="{ABD479F8-46F8-4512-9AEC-882714AB14A2}" destId="{48CCB90A-285A-4EE2-BB9D-78B90A6C31AD}" srcOrd="0" destOrd="0" presId="urn:microsoft.com/office/officeart/2016/7/layout/LinearBlockProcessNumbered"/>
    <dgm:cxn modelId="{BCBBDDBE-DA61-48FB-8387-D7A04CD407AE}" type="presOf" srcId="{6F512C1A-FBA1-43F8-92DE-8275919BA1F9}" destId="{8D0AAF8C-2BCD-4C5E-A124-1383F83D4BED}" srcOrd="0" destOrd="0" presId="urn:microsoft.com/office/officeart/2016/7/layout/LinearBlockProcessNumbered"/>
    <dgm:cxn modelId="{05206EC7-6B14-47CC-AD82-D2CFF655739F}" type="presOf" srcId="{D9CC2985-40C3-4A3B-9FBF-2103692031F4}" destId="{BE854689-0B26-48FE-AFCB-8A356421F184}" srcOrd="1" destOrd="0" presId="urn:microsoft.com/office/officeart/2016/7/layout/LinearBlockProcessNumbered"/>
    <dgm:cxn modelId="{A8A73DD7-236F-4686-A5D0-4A710E821C01}" type="presOf" srcId="{1F170F4C-A470-4044-9C99-DA12E53304AF}" destId="{5AF68108-7224-441E-BC14-8180903FB925}" srcOrd="0" destOrd="0" presId="urn:microsoft.com/office/officeart/2016/7/layout/LinearBlockProcessNumbered"/>
    <dgm:cxn modelId="{2E954CDD-DF83-477A-A53D-D968DA34B64D}" type="presOf" srcId="{3DB8143B-5613-43E8-8295-1D5C2A69D49F}" destId="{3481A4BE-D665-4CA0-ABFE-9C312D4D0C0F}" srcOrd="0" destOrd="0" presId="urn:microsoft.com/office/officeart/2016/7/layout/LinearBlockProcessNumbered"/>
    <dgm:cxn modelId="{6AF33EE2-1841-44B3-B9F7-60A31E103367}" type="presOf" srcId="{A3CFB1E0-998E-4353-BB8E-854F00B82C7D}" destId="{474D0AFE-6D09-41DF-BF8A-BD68FAE7698F}" srcOrd="0" destOrd="0" presId="urn:microsoft.com/office/officeart/2016/7/layout/LinearBlockProcessNumbered"/>
    <dgm:cxn modelId="{D74E73E8-C6FF-4CFC-BFC7-2A6194BBFEDC}" type="presOf" srcId="{A80F21D1-F86B-4C03-B506-B577AD6BD70B}" destId="{B067C6CD-E744-4972-B30B-298E3A7C4347}" srcOrd="0" destOrd="0" presId="urn:microsoft.com/office/officeart/2016/7/layout/LinearBlockProcessNumbered"/>
    <dgm:cxn modelId="{A30D94FD-ED7B-4864-BD8A-64227A4C40EF}" srcId="{1F170F4C-A470-4044-9C99-DA12E53304AF}" destId="{8A694232-A4E5-46AF-905B-A41294A1A828}" srcOrd="1" destOrd="0" parTransId="{4C5A50EC-DA14-403B-864F-02AFEBEE2FD8}" sibTransId="{A3CFB1E0-998E-4353-BB8E-854F00B82C7D}"/>
    <dgm:cxn modelId="{C7A665AF-611B-4EC5-89AC-36A341AB03AD}" type="presParOf" srcId="{5AF68108-7224-441E-BC14-8180903FB925}" destId="{7DC16564-5A6D-42A7-AABC-4ECC9FCA180D}" srcOrd="0" destOrd="0" presId="urn:microsoft.com/office/officeart/2016/7/layout/LinearBlockProcessNumbered"/>
    <dgm:cxn modelId="{8E61CE5D-187F-42D4-AD05-2954DF2AB23D}" type="presParOf" srcId="{7DC16564-5A6D-42A7-AABC-4ECC9FCA180D}" destId="{BA72F5DA-BA3F-4E93-84B1-09291B03A172}" srcOrd="0" destOrd="0" presId="urn:microsoft.com/office/officeart/2016/7/layout/LinearBlockProcessNumbered"/>
    <dgm:cxn modelId="{BD8ABB71-A1AB-424B-9539-0948FCC02BD0}" type="presParOf" srcId="{7DC16564-5A6D-42A7-AABC-4ECC9FCA180D}" destId="{0F64F7FD-97B9-44D2-AA95-F9B49DAF6466}" srcOrd="1" destOrd="0" presId="urn:microsoft.com/office/officeart/2016/7/layout/LinearBlockProcessNumbered"/>
    <dgm:cxn modelId="{D02E3196-11C4-4D6A-8826-4F2503457235}" type="presParOf" srcId="{7DC16564-5A6D-42A7-AABC-4ECC9FCA180D}" destId="{58055A05-550E-4D6E-B151-F75566A490F4}" srcOrd="2" destOrd="0" presId="urn:microsoft.com/office/officeart/2016/7/layout/LinearBlockProcessNumbered"/>
    <dgm:cxn modelId="{9BB31DE3-6AB4-4A70-8264-1778D49B111E}" type="presParOf" srcId="{5AF68108-7224-441E-BC14-8180903FB925}" destId="{B94F911E-1F0D-4761-B03E-C6D2CD7ACE98}" srcOrd="1" destOrd="0" presId="urn:microsoft.com/office/officeart/2016/7/layout/LinearBlockProcessNumbered"/>
    <dgm:cxn modelId="{050196BA-E3BE-43E9-A38B-F8700E4634DE}" type="presParOf" srcId="{5AF68108-7224-441E-BC14-8180903FB925}" destId="{A512AE8F-281D-4E3A-A0B7-8424A48C395D}" srcOrd="2" destOrd="0" presId="urn:microsoft.com/office/officeart/2016/7/layout/LinearBlockProcessNumbered"/>
    <dgm:cxn modelId="{0C02B43B-C65A-4E9F-A6EC-892F07A58FDA}" type="presParOf" srcId="{A512AE8F-281D-4E3A-A0B7-8424A48C395D}" destId="{DB159683-C891-4B45-A5B8-418EBA2AE7D0}" srcOrd="0" destOrd="0" presId="urn:microsoft.com/office/officeart/2016/7/layout/LinearBlockProcessNumbered"/>
    <dgm:cxn modelId="{278DA633-6210-4E83-99D5-0F10F32BED39}" type="presParOf" srcId="{A512AE8F-281D-4E3A-A0B7-8424A48C395D}" destId="{474D0AFE-6D09-41DF-BF8A-BD68FAE7698F}" srcOrd="1" destOrd="0" presId="urn:microsoft.com/office/officeart/2016/7/layout/LinearBlockProcessNumbered"/>
    <dgm:cxn modelId="{D42619CD-21AF-48EA-9A64-73B1F6A97078}" type="presParOf" srcId="{A512AE8F-281D-4E3A-A0B7-8424A48C395D}" destId="{9779291A-14DD-4D44-86B8-998B6AF063EC}" srcOrd="2" destOrd="0" presId="urn:microsoft.com/office/officeart/2016/7/layout/LinearBlockProcessNumbered"/>
    <dgm:cxn modelId="{96DEFB8F-3F16-475D-BA59-04829AF7B3E5}" type="presParOf" srcId="{5AF68108-7224-441E-BC14-8180903FB925}" destId="{2052C489-F89E-427A-B523-89F089C9BAD1}" srcOrd="3" destOrd="0" presId="urn:microsoft.com/office/officeart/2016/7/layout/LinearBlockProcessNumbered"/>
    <dgm:cxn modelId="{6DF7B42B-7E4E-4598-85EB-00B8EDC2832F}" type="presParOf" srcId="{5AF68108-7224-441E-BC14-8180903FB925}" destId="{E08353C6-4968-48DC-9D46-065160E4E777}" srcOrd="4" destOrd="0" presId="urn:microsoft.com/office/officeart/2016/7/layout/LinearBlockProcessNumbered"/>
    <dgm:cxn modelId="{FF43377C-9E4A-46A5-B6AF-61999D29038F}" type="presParOf" srcId="{E08353C6-4968-48DC-9D46-065160E4E777}" destId="{252DA8A3-9DFE-4A26-9A09-70DF6E4824F5}" srcOrd="0" destOrd="0" presId="urn:microsoft.com/office/officeart/2016/7/layout/LinearBlockProcessNumbered"/>
    <dgm:cxn modelId="{4BE5DD03-08ED-44F8-8728-4F254C42490C}" type="presParOf" srcId="{E08353C6-4968-48DC-9D46-065160E4E777}" destId="{3481A4BE-D665-4CA0-ABFE-9C312D4D0C0F}" srcOrd="1" destOrd="0" presId="urn:microsoft.com/office/officeart/2016/7/layout/LinearBlockProcessNumbered"/>
    <dgm:cxn modelId="{A9E445E0-91A2-4E3F-92B3-FC3A28CB552D}" type="presParOf" srcId="{E08353C6-4968-48DC-9D46-065160E4E777}" destId="{BC079C54-5C5B-4C13-8D34-0CF3B52231CF}" srcOrd="2" destOrd="0" presId="urn:microsoft.com/office/officeart/2016/7/layout/LinearBlockProcessNumbered"/>
    <dgm:cxn modelId="{E106EBEF-55E0-4062-9A38-65BB9E860D71}" type="presParOf" srcId="{5AF68108-7224-441E-BC14-8180903FB925}" destId="{28AECF5D-8EA8-4CF4-946F-215D86E5FCCF}" srcOrd="5" destOrd="0" presId="urn:microsoft.com/office/officeart/2016/7/layout/LinearBlockProcessNumbered"/>
    <dgm:cxn modelId="{A48E1B64-0C52-4EFD-B1B2-65C208AF32CA}" type="presParOf" srcId="{5AF68108-7224-441E-BC14-8180903FB925}" destId="{235C9C8F-8D04-41D5-801F-7B9D0BD53F64}" srcOrd="6" destOrd="0" presId="urn:microsoft.com/office/officeart/2016/7/layout/LinearBlockProcessNumbered"/>
    <dgm:cxn modelId="{38E594FF-CB8F-47CF-BFD8-E73C6111EA71}" type="presParOf" srcId="{235C9C8F-8D04-41D5-801F-7B9D0BD53F64}" destId="{301A55E1-CEA8-45A8-9438-A67669B96A9A}" srcOrd="0" destOrd="0" presId="urn:microsoft.com/office/officeart/2016/7/layout/LinearBlockProcessNumbered"/>
    <dgm:cxn modelId="{8C2871CE-5199-49E5-9CD9-2BA211B56579}" type="presParOf" srcId="{235C9C8F-8D04-41D5-801F-7B9D0BD53F64}" destId="{48CCB90A-285A-4EE2-BB9D-78B90A6C31AD}" srcOrd="1" destOrd="0" presId="urn:microsoft.com/office/officeart/2016/7/layout/LinearBlockProcessNumbered"/>
    <dgm:cxn modelId="{4DC4E719-01BC-4124-9B94-02F688F373B7}" type="presParOf" srcId="{235C9C8F-8D04-41D5-801F-7B9D0BD53F64}" destId="{BE854689-0B26-48FE-AFCB-8A356421F184}" srcOrd="2" destOrd="0" presId="urn:microsoft.com/office/officeart/2016/7/layout/LinearBlockProcessNumbered"/>
    <dgm:cxn modelId="{A5802D81-1B5D-47FB-A2EE-1EAB8B0885C3}" type="presParOf" srcId="{5AF68108-7224-441E-BC14-8180903FB925}" destId="{EAEBC754-F692-4659-9E5A-DD726337CBD3}" srcOrd="7" destOrd="0" presId="urn:microsoft.com/office/officeart/2016/7/layout/LinearBlockProcessNumbered"/>
    <dgm:cxn modelId="{6CD3AC58-130B-4AFC-9596-2827EED3F57A}" type="presParOf" srcId="{5AF68108-7224-441E-BC14-8180903FB925}" destId="{81C9EF66-2B38-4B30-B82E-01D4D123FAF7}" srcOrd="8" destOrd="0" presId="urn:microsoft.com/office/officeart/2016/7/layout/LinearBlockProcessNumbered"/>
    <dgm:cxn modelId="{DC375028-6703-491A-9A71-538122BC4D55}" type="presParOf" srcId="{81C9EF66-2B38-4B30-B82E-01D4D123FAF7}" destId="{8D0AAF8C-2BCD-4C5E-A124-1383F83D4BED}" srcOrd="0" destOrd="0" presId="urn:microsoft.com/office/officeart/2016/7/layout/LinearBlockProcessNumbered"/>
    <dgm:cxn modelId="{11FBCE0E-EE74-44D7-B3A1-37CAEE1871BD}" type="presParOf" srcId="{81C9EF66-2B38-4B30-B82E-01D4D123FAF7}" destId="{B067C6CD-E744-4972-B30B-298E3A7C4347}" srcOrd="1" destOrd="0" presId="urn:microsoft.com/office/officeart/2016/7/layout/LinearBlockProcessNumbered"/>
    <dgm:cxn modelId="{FB926B8A-5168-4CE8-A413-FC8AAB53B9F0}" type="presParOf" srcId="{81C9EF66-2B38-4B30-B82E-01D4D123FAF7}" destId="{CCB3B98B-C3A3-4987-8B10-3CAC2CC26A2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42A4E4-BEFB-4C78-B88C-796BE895469F}" type="doc">
      <dgm:prSet loTypeId="urn:microsoft.com/office/officeart/2016/7/layout/RepeatingBendingProcessNew" loCatId="process" qsTypeId="urn:microsoft.com/office/officeart/2005/8/quickstyle/simple1#46" qsCatId="simple" csTypeId="urn:microsoft.com/office/officeart/2005/8/colors/colorful1#9" csCatId="colorful"/>
      <dgm:spPr/>
      <dgm:t>
        <a:bodyPr/>
        <a:lstStyle/>
        <a:p>
          <a:endParaRPr lang="en-US"/>
        </a:p>
      </dgm:t>
    </dgm:pt>
    <dgm:pt modelId="{414AD994-2971-4B22-91B6-B8D727BC390D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Clear Navigation</a:t>
          </a:r>
          <a:r>
            <a:rPr lang="en-IN" dirty="0">
              <a:latin typeface="Georgia" panose="02040502050405020303" pitchFamily="18" charset="0"/>
            </a:rPr>
            <a:t> — Organize important sections so users can find information quickly.</a:t>
          </a:r>
          <a:endParaRPr lang="en-US" dirty="0">
            <a:latin typeface="Georgia" panose="02040502050405020303" pitchFamily="18" charset="0"/>
          </a:endParaRPr>
        </a:p>
      </dgm:t>
    </dgm:pt>
    <dgm:pt modelId="{A20D831C-9E18-451C-8963-57AED538F577}" type="parTrans" cxnId="{2191C893-B90D-40F8-95B1-D4DE27AD4593}">
      <dgm:prSet/>
      <dgm:spPr/>
      <dgm:t>
        <a:bodyPr/>
        <a:lstStyle/>
        <a:p>
          <a:endParaRPr lang="en-US"/>
        </a:p>
      </dgm:t>
    </dgm:pt>
    <dgm:pt modelId="{44368253-6477-48C0-84EA-907165ADB11D}" type="sibTrans" cxnId="{2191C893-B90D-40F8-95B1-D4DE27AD4593}">
      <dgm:prSet/>
      <dgm:spPr/>
      <dgm:t>
        <a:bodyPr/>
        <a:lstStyle/>
        <a:p>
          <a:endParaRPr lang="en-US"/>
        </a:p>
      </dgm:t>
    </dgm:pt>
    <dgm:pt modelId="{C1C672D6-39FF-492E-9D84-C5C7A652D287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Prominent CTA</a:t>
          </a:r>
          <a:r>
            <a:rPr lang="en-IN" dirty="0">
              <a:latin typeface="Georgia" panose="02040502050405020303" pitchFamily="18" charset="0"/>
            </a:rPr>
            <a:t> — Use </a:t>
          </a:r>
          <a:r>
            <a:rPr lang="en-IN" b="1" dirty="0">
              <a:latin typeface="Georgia" panose="02040502050405020303" pitchFamily="18" charset="0"/>
            </a:rPr>
            <a:t>“Start Learning”</a:t>
          </a:r>
          <a:r>
            <a:rPr lang="en-IN" dirty="0">
              <a:latin typeface="Georgia" panose="02040502050405020303" pitchFamily="18" charset="0"/>
            </a:rPr>
            <a:t> as the primary action.</a:t>
          </a:r>
          <a:endParaRPr lang="en-US" dirty="0">
            <a:latin typeface="Georgia" panose="02040502050405020303" pitchFamily="18" charset="0"/>
          </a:endParaRPr>
        </a:p>
      </dgm:t>
    </dgm:pt>
    <dgm:pt modelId="{7AA048BF-711C-4968-8EEE-ADF1A8C0131C}" type="parTrans" cxnId="{49B9C151-7A7D-4A16-AB54-9B0531363001}">
      <dgm:prSet/>
      <dgm:spPr/>
      <dgm:t>
        <a:bodyPr/>
        <a:lstStyle/>
        <a:p>
          <a:endParaRPr lang="en-US"/>
        </a:p>
      </dgm:t>
    </dgm:pt>
    <dgm:pt modelId="{31730003-AA8E-4E15-BE94-5372104390A5}" type="sibTrans" cxnId="{49B9C151-7A7D-4A16-AB54-9B0531363001}">
      <dgm:prSet/>
      <dgm:spPr/>
      <dgm:t>
        <a:bodyPr/>
        <a:lstStyle/>
        <a:p>
          <a:endParaRPr lang="en-US"/>
        </a:p>
      </dgm:t>
    </dgm:pt>
    <dgm:pt modelId="{D2FEFB13-FD70-4704-9B7E-62875FFCAA00}">
      <dgm:prSet/>
      <dgm:spPr/>
      <dgm:t>
        <a:bodyPr/>
        <a:lstStyle/>
        <a:p>
          <a:r>
            <a:rPr lang="en-IN" b="1">
              <a:latin typeface="Georgia" panose="02040502050405020303" pitchFamily="18" charset="0"/>
            </a:rPr>
            <a:t>Simple Content Structure</a:t>
          </a:r>
          <a:r>
            <a:rPr lang="en-IN">
              <a:latin typeface="Georgia" panose="02040502050405020303" pitchFamily="18" charset="0"/>
            </a:rPr>
            <a:t> — Present information in clear sections and cards.</a:t>
          </a:r>
          <a:endParaRPr lang="en-US">
            <a:latin typeface="Georgia" panose="02040502050405020303" pitchFamily="18" charset="0"/>
          </a:endParaRPr>
        </a:p>
      </dgm:t>
    </dgm:pt>
    <dgm:pt modelId="{AD70B78F-8991-4AC1-99B4-3926C857A33D}" type="parTrans" cxnId="{02080EB9-09CC-4B5D-ABC3-D07E7AFC415C}">
      <dgm:prSet/>
      <dgm:spPr/>
      <dgm:t>
        <a:bodyPr/>
        <a:lstStyle/>
        <a:p>
          <a:endParaRPr lang="en-US"/>
        </a:p>
      </dgm:t>
    </dgm:pt>
    <dgm:pt modelId="{4A703C54-099C-4995-97A7-584EDFB3ADBD}" type="sibTrans" cxnId="{02080EB9-09CC-4B5D-ABC3-D07E7AFC415C}">
      <dgm:prSet/>
      <dgm:spPr/>
      <dgm:t>
        <a:bodyPr/>
        <a:lstStyle/>
        <a:p>
          <a:endParaRPr lang="en-US"/>
        </a:p>
      </dgm:t>
    </dgm:pt>
    <dgm:pt modelId="{DCCC4F20-7F51-477C-B952-12EF63D971CD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Visual Learning Elements</a:t>
          </a:r>
          <a:r>
            <a:rPr lang="en-IN" dirty="0">
              <a:latin typeface="Georgia" panose="02040502050405020303" pitchFamily="18" charset="0"/>
            </a:rPr>
            <a:t> — Use illustrations, icons, and game-style elements to make the page engaging.</a:t>
          </a:r>
          <a:endParaRPr lang="en-US" dirty="0">
            <a:latin typeface="Georgia" panose="02040502050405020303" pitchFamily="18" charset="0"/>
          </a:endParaRPr>
        </a:p>
      </dgm:t>
    </dgm:pt>
    <dgm:pt modelId="{01B5446F-5ABA-4A17-B8F0-6BBE8BB45BBB}" type="parTrans" cxnId="{60AA9C8C-B8DE-4BAE-A1BF-ACEAA1405127}">
      <dgm:prSet/>
      <dgm:spPr/>
      <dgm:t>
        <a:bodyPr/>
        <a:lstStyle/>
        <a:p>
          <a:endParaRPr lang="en-US"/>
        </a:p>
      </dgm:t>
    </dgm:pt>
    <dgm:pt modelId="{70FBF732-1105-4D57-B97B-0C97C815E94A}" type="sibTrans" cxnId="{60AA9C8C-B8DE-4BAE-A1BF-ACEAA1405127}">
      <dgm:prSet/>
      <dgm:spPr/>
      <dgm:t>
        <a:bodyPr/>
        <a:lstStyle/>
        <a:p>
          <a:endParaRPr lang="en-US"/>
        </a:p>
      </dgm:t>
    </dgm:pt>
    <dgm:pt modelId="{A4F97D1F-7C13-46CB-8AA2-9B8E75666BCD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Mobile-Friendly Design</a:t>
          </a:r>
          <a:r>
            <a:rPr lang="en-IN" dirty="0">
              <a:latin typeface="Georgia" panose="02040502050405020303" pitchFamily="18" charset="0"/>
            </a:rPr>
            <a:t> — Ensure buttons, text, and sections work well on smaller screens.</a:t>
          </a:r>
          <a:endParaRPr lang="en-US" dirty="0">
            <a:latin typeface="Georgia" panose="02040502050405020303" pitchFamily="18" charset="0"/>
          </a:endParaRPr>
        </a:p>
      </dgm:t>
    </dgm:pt>
    <dgm:pt modelId="{C0FD24B3-699A-4BAF-9A03-ABAED42C9DAB}" type="parTrans" cxnId="{1DB6BA86-AF2A-4E21-8331-142082155A4D}">
      <dgm:prSet/>
      <dgm:spPr/>
      <dgm:t>
        <a:bodyPr/>
        <a:lstStyle/>
        <a:p>
          <a:endParaRPr lang="en-US"/>
        </a:p>
      </dgm:t>
    </dgm:pt>
    <dgm:pt modelId="{F95F4699-4796-4920-9008-E40DDAB52D40}" type="sibTrans" cxnId="{1DB6BA86-AF2A-4E21-8331-142082155A4D}">
      <dgm:prSet/>
      <dgm:spPr/>
      <dgm:t>
        <a:bodyPr/>
        <a:lstStyle/>
        <a:p>
          <a:endParaRPr lang="en-US"/>
        </a:p>
      </dgm:t>
    </dgm:pt>
    <dgm:pt modelId="{8320E824-CF04-4322-A087-E9944F2877CD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Conversion Focus</a:t>
          </a:r>
          <a:r>
            <a:rPr lang="en-IN" dirty="0">
              <a:latin typeface="Georgia" panose="02040502050405020303" pitchFamily="18" charset="0"/>
            </a:rPr>
            <a:t> — Guide visitors from discovering Duolingo → understanding its benefits → starting to learn.</a:t>
          </a:r>
          <a:endParaRPr lang="en-US" dirty="0">
            <a:latin typeface="Georgia" panose="02040502050405020303" pitchFamily="18" charset="0"/>
          </a:endParaRPr>
        </a:p>
      </dgm:t>
    </dgm:pt>
    <dgm:pt modelId="{6565D05A-E494-4100-AD60-CECAFCDFD384}" type="parTrans" cxnId="{625AB6FB-BA04-45A5-AE4C-75EBC84E62BA}">
      <dgm:prSet/>
      <dgm:spPr/>
      <dgm:t>
        <a:bodyPr/>
        <a:lstStyle/>
        <a:p>
          <a:endParaRPr lang="en-US"/>
        </a:p>
      </dgm:t>
    </dgm:pt>
    <dgm:pt modelId="{15892D4F-3BBC-4460-860F-FA9D9BAC4B15}" type="sibTrans" cxnId="{625AB6FB-BA04-45A5-AE4C-75EBC84E62BA}">
      <dgm:prSet/>
      <dgm:spPr/>
      <dgm:t>
        <a:bodyPr/>
        <a:lstStyle/>
        <a:p>
          <a:endParaRPr lang="en-US"/>
        </a:p>
      </dgm:t>
    </dgm:pt>
    <dgm:pt modelId="{9E0D53AD-FE22-4028-ACD3-A66B424341D1}" type="pres">
      <dgm:prSet presAssocID="{4742A4E4-BEFB-4C78-B88C-796BE895469F}" presName="Name0" presStyleCnt="0">
        <dgm:presLayoutVars>
          <dgm:dir/>
          <dgm:resizeHandles val="exact"/>
        </dgm:presLayoutVars>
      </dgm:prSet>
      <dgm:spPr/>
    </dgm:pt>
    <dgm:pt modelId="{0439FE5B-0D62-4262-9A52-490ACAF9E962}" type="pres">
      <dgm:prSet presAssocID="{414AD994-2971-4B22-91B6-B8D727BC390D}" presName="node" presStyleLbl="node1" presStyleIdx="0" presStyleCnt="6">
        <dgm:presLayoutVars>
          <dgm:bulletEnabled val="1"/>
        </dgm:presLayoutVars>
      </dgm:prSet>
      <dgm:spPr/>
    </dgm:pt>
    <dgm:pt modelId="{28EA9218-7A8C-42B2-9096-EF274AC77C9F}" type="pres">
      <dgm:prSet presAssocID="{44368253-6477-48C0-84EA-907165ADB11D}" presName="sibTrans" presStyleLbl="sibTrans1D1" presStyleIdx="0" presStyleCnt="5"/>
      <dgm:spPr/>
    </dgm:pt>
    <dgm:pt modelId="{A08AFB15-22FF-487C-94F1-BC753BC80144}" type="pres">
      <dgm:prSet presAssocID="{44368253-6477-48C0-84EA-907165ADB11D}" presName="connectorText" presStyleLbl="sibTrans1D1" presStyleIdx="0" presStyleCnt="5"/>
      <dgm:spPr/>
    </dgm:pt>
    <dgm:pt modelId="{5C175429-C50E-41EB-BC99-A4F152EE2ECC}" type="pres">
      <dgm:prSet presAssocID="{C1C672D6-39FF-492E-9D84-C5C7A652D287}" presName="node" presStyleLbl="node1" presStyleIdx="1" presStyleCnt="6">
        <dgm:presLayoutVars>
          <dgm:bulletEnabled val="1"/>
        </dgm:presLayoutVars>
      </dgm:prSet>
      <dgm:spPr/>
    </dgm:pt>
    <dgm:pt modelId="{CB4341FF-E1E1-4D37-98B8-E4FB86134D97}" type="pres">
      <dgm:prSet presAssocID="{31730003-AA8E-4E15-BE94-5372104390A5}" presName="sibTrans" presStyleLbl="sibTrans1D1" presStyleIdx="1" presStyleCnt="5"/>
      <dgm:spPr/>
    </dgm:pt>
    <dgm:pt modelId="{D925EC5C-6D8C-477C-B5C7-5E1C5C77FF1E}" type="pres">
      <dgm:prSet presAssocID="{31730003-AA8E-4E15-BE94-5372104390A5}" presName="connectorText" presStyleLbl="sibTrans1D1" presStyleIdx="1" presStyleCnt="5"/>
      <dgm:spPr/>
    </dgm:pt>
    <dgm:pt modelId="{E404AEE9-25E8-4CA9-AC62-2858A110548A}" type="pres">
      <dgm:prSet presAssocID="{D2FEFB13-FD70-4704-9B7E-62875FFCAA00}" presName="node" presStyleLbl="node1" presStyleIdx="2" presStyleCnt="6">
        <dgm:presLayoutVars>
          <dgm:bulletEnabled val="1"/>
        </dgm:presLayoutVars>
      </dgm:prSet>
      <dgm:spPr/>
    </dgm:pt>
    <dgm:pt modelId="{0E99E63B-4D72-43C8-867A-D11041C6ADCE}" type="pres">
      <dgm:prSet presAssocID="{4A703C54-099C-4995-97A7-584EDFB3ADBD}" presName="sibTrans" presStyleLbl="sibTrans1D1" presStyleIdx="2" presStyleCnt="5"/>
      <dgm:spPr/>
    </dgm:pt>
    <dgm:pt modelId="{DBAA8703-4936-4966-8405-2AE82CB0E8A6}" type="pres">
      <dgm:prSet presAssocID="{4A703C54-099C-4995-97A7-584EDFB3ADBD}" presName="connectorText" presStyleLbl="sibTrans1D1" presStyleIdx="2" presStyleCnt="5"/>
      <dgm:spPr/>
    </dgm:pt>
    <dgm:pt modelId="{E31B55E4-211F-42BA-844C-7A3F4DD2A25F}" type="pres">
      <dgm:prSet presAssocID="{DCCC4F20-7F51-477C-B952-12EF63D971CD}" presName="node" presStyleLbl="node1" presStyleIdx="3" presStyleCnt="6">
        <dgm:presLayoutVars>
          <dgm:bulletEnabled val="1"/>
        </dgm:presLayoutVars>
      </dgm:prSet>
      <dgm:spPr/>
    </dgm:pt>
    <dgm:pt modelId="{5CFD8D98-9BCA-4CA5-A5C9-1AD5EE74DBF0}" type="pres">
      <dgm:prSet presAssocID="{70FBF732-1105-4D57-B97B-0C97C815E94A}" presName="sibTrans" presStyleLbl="sibTrans1D1" presStyleIdx="3" presStyleCnt="5"/>
      <dgm:spPr/>
    </dgm:pt>
    <dgm:pt modelId="{734EFF76-514A-4901-8FA4-3BB3CF666AE1}" type="pres">
      <dgm:prSet presAssocID="{70FBF732-1105-4D57-B97B-0C97C815E94A}" presName="connectorText" presStyleLbl="sibTrans1D1" presStyleIdx="3" presStyleCnt="5"/>
      <dgm:spPr/>
    </dgm:pt>
    <dgm:pt modelId="{D0412616-5768-41E1-8B7D-C5F6A7F8FB3F}" type="pres">
      <dgm:prSet presAssocID="{A4F97D1F-7C13-46CB-8AA2-9B8E75666BCD}" presName="node" presStyleLbl="node1" presStyleIdx="4" presStyleCnt="6">
        <dgm:presLayoutVars>
          <dgm:bulletEnabled val="1"/>
        </dgm:presLayoutVars>
      </dgm:prSet>
      <dgm:spPr/>
    </dgm:pt>
    <dgm:pt modelId="{4F008265-3E12-4E11-8411-8B26CA0F8DB7}" type="pres">
      <dgm:prSet presAssocID="{F95F4699-4796-4920-9008-E40DDAB52D40}" presName="sibTrans" presStyleLbl="sibTrans1D1" presStyleIdx="4" presStyleCnt="5"/>
      <dgm:spPr/>
    </dgm:pt>
    <dgm:pt modelId="{74AB0101-77ED-4C18-8D20-88B1CE3234D5}" type="pres">
      <dgm:prSet presAssocID="{F95F4699-4796-4920-9008-E40DDAB52D40}" presName="connectorText" presStyleLbl="sibTrans1D1" presStyleIdx="4" presStyleCnt="5"/>
      <dgm:spPr/>
    </dgm:pt>
    <dgm:pt modelId="{6AEA006F-5E22-49E1-A94D-22E2463397C2}" type="pres">
      <dgm:prSet presAssocID="{8320E824-CF04-4322-A087-E9944F2877CD}" presName="node" presStyleLbl="node1" presStyleIdx="5" presStyleCnt="6">
        <dgm:presLayoutVars>
          <dgm:bulletEnabled val="1"/>
        </dgm:presLayoutVars>
      </dgm:prSet>
      <dgm:spPr/>
    </dgm:pt>
  </dgm:ptLst>
  <dgm:cxnLst>
    <dgm:cxn modelId="{CED53608-B255-4941-AECF-8A94A7F0F4A5}" type="presOf" srcId="{31730003-AA8E-4E15-BE94-5372104390A5}" destId="{D925EC5C-6D8C-477C-B5C7-5E1C5C77FF1E}" srcOrd="1" destOrd="0" presId="urn:microsoft.com/office/officeart/2016/7/layout/RepeatingBendingProcessNew"/>
    <dgm:cxn modelId="{6CEE4118-86E8-4BFC-BDD6-60CCC795B968}" type="presOf" srcId="{70FBF732-1105-4D57-B97B-0C97C815E94A}" destId="{5CFD8D98-9BCA-4CA5-A5C9-1AD5EE74DBF0}" srcOrd="0" destOrd="0" presId="urn:microsoft.com/office/officeart/2016/7/layout/RepeatingBendingProcessNew"/>
    <dgm:cxn modelId="{C9624D22-3D37-49BE-90EB-A7C241736F7A}" type="presOf" srcId="{70FBF732-1105-4D57-B97B-0C97C815E94A}" destId="{734EFF76-514A-4901-8FA4-3BB3CF666AE1}" srcOrd="1" destOrd="0" presId="urn:microsoft.com/office/officeart/2016/7/layout/RepeatingBendingProcessNew"/>
    <dgm:cxn modelId="{47B34B2C-975C-4EF5-8E1A-C3A9074FB628}" type="presOf" srcId="{4742A4E4-BEFB-4C78-B88C-796BE895469F}" destId="{9E0D53AD-FE22-4028-ACD3-A66B424341D1}" srcOrd="0" destOrd="0" presId="urn:microsoft.com/office/officeart/2016/7/layout/RepeatingBendingProcessNew"/>
    <dgm:cxn modelId="{85261E2D-FAB3-4A53-B791-64ADC4856257}" type="presOf" srcId="{44368253-6477-48C0-84EA-907165ADB11D}" destId="{28EA9218-7A8C-42B2-9096-EF274AC77C9F}" srcOrd="0" destOrd="0" presId="urn:microsoft.com/office/officeart/2016/7/layout/RepeatingBendingProcessNew"/>
    <dgm:cxn modelId="{65EC0E32-5762-453B-84F3-F6D087D65449}" type="presOf" srcId="{D2FEFB13-FD70-4704-9B7E-62875FFCAA00}" destId="{E404AEE9-25E8-4CA9-AC62-2858A110548A}" srcOrd="0" destOrd="0" presId="urn:microsoft.com/office/officeart/2016/7/layout/RepeatingBendingProcessNew"/>
    <dgm:cxn modelId="{6B545C40-0269-4D84-8EE8-01255DD05D88}" type="presOf" srcId="{4A703C54-099C-4995-97A7-584EDFB3ADBD}" destId="{DBAA8703-4936-4966-8405-2AE82CB0E8A6}" srcOrd="1" destOrd="0" presId="urn:microsoft.com/office/officeart/2016/7/layout/RepeatingBendingProcessNew"/>
    <dgm:cxn modelId="{49B9C151-7A7D-4A16-AB54-9B0531363001}" srcId="{4742A4E4-BEFB-4C78-B88C-796BE895469F}" destId="{C1C672D6-39FF-492E-9D84-C5C7A652D287}" srcOrd="1" destOrd="0" parTransId="{7AA048BF-711C-4968-8EEE-ADF1A8C0131C}" sibTransId="{31730003-AA8E-4E15-BE94-5372104390A5}"/>
    <dgm:cxn modelId="{BA921555-4C12-4E0A-B2D7-6A2B7E558B56}" type="presOf" srcId="{DCCC4F20-7F51-477C-B952-12EF63D971CD}" destId="{E31B55E4-211F-42BA-844C-7A3F4DD2A25F}" srcOrd="0" destOrd="0" presId="urn:microsoft.com/office/officeart/2016/7/layout/RepeatingBendingProcessNew"/>
    <dgm:cxn modelId="{1DB6BA86-AF2A-4E21-8331-142082155A4D}" srcId="{4742A4E4-BEFB-4C78-B88C-796BE895469F}" destId="{A4F97D1F-7C13-46CB-8AA2-9B8E75666BCD}" srcOrd="4" destOrd="0" parTransId="{C0FD24B3-699A-4BAF-9A03-ABAED42C9DAB}" sibTransId="{F95F4699-4796-4920-9008-E40DDAB52D40}"/>
    <dgm:cxn modelId="{60AA9C8C-B8DE-4BAE-A1BF-ACEAA1405127}" srcId="{4742A4E4-BEFB-4C78-B88C-796BE895469F}" destId="{DCCC4F20-7F51-477C-B952-12EF63D971CD}" srcOrd="3" destOrd="0" parTransId="{01B5446F-5ABA-4A17-B8F0-6BBE8BB45BBB}" sibTransId="{70FBF732-1105-4D57-B97B-0C97C815E94A}"/>
    <dgm:cxn modelId="{08F6B88E-EEFE-4BE3-88D7-EA1F2ABBD396}" type="presOf" srcId="{31730003-AA8E-4E15-BE94-5372104390A5}" destId="{CB4341FF-E1E1-4D37-98B8-E4FB86134D97}" srcOrd="0" destOrd="0" presId="urn:microsoft.com/office/officeart/2016/7/layout/RepeatingBendingProcessNew"/>
    <dgm:cxn modelId="{2191C893-B90D-40F8-95B1-D4DE27AD4593}" srcId="{4742A4E4-BEFB-4C78-B88C-796BE895469F}" destId="{414AD994-2971-4B22-91B6-B8D727BC390D}" srcOrd="0" destOrd="0" parTransId="{A20D831C-9E18-451C-8963-57AED538F577}" sibTransId="{44368253-6477-48C0-84EA-907165ADB11D}"/>
    <dgm:cxn modelId="{E9F38796-E5A5-4A61-B74D-E74EE5F43304}" type="presOf" srcId="{C1C672D6-39FF-492E-9D84-C5C7A652D287}" destId="{5C175429-C50E-41EB-BC99-A4F152EE2ECC}" srcOrd="0" destOrd="0" presId="urn:microsoft.com/office/officeart/2016/7/layout/RepeatingBendingProcessNew"/>
    <dgm:cxn modelId="{02080EB9-09CC-4B5D-ABC3-D07E7AFC415C}" srcId="{4742A4E4-BEFB-4C78-B88C-796BE895469F}" destId="{D2FEFB13-FD70-4704-9B7E-62875FFCAA00}" srcOrd="2" destOrd="0" parTransId="{AD70B78F-8991-4AC1-99B4-3926C857A33D}" sibTransId="{4A703C54-099C-4995-97A7-584EDFB3ADBD}"/>
    <dgm:cxn modelId="{02AB99BE-A034-4C60-B93F-439924A703A6}" type="presOf" srcId="{A4F97D1F-7C13-46CB-8AA2-9B8E75666BCD}" destId="{D0412616-5768-41E1-8B7D-C5F6A7F8FB3F}" srcOrd="0" destOrd="0" presId="urn:microsoft.com/office/officeart/2016/7/layout/RepeatingBendingProcessNew"/>
    <dgm:cxn modelId="{57ABB0D3-988B-4DBE-B7B2-F3B302563FCB}" type="presOf" srcId="{44368253-6477-48C0-84EA-907165ADB11D}" destId="{A08AFB15-22FF-487C-94F1-BC753BC80144}" srcOrd="1" destOrd="0" presId="urn:microsoft.com/office/officeart/2016/7/layout/RepeatingBendingProcessNew"/>
    <dgm:cxn modelId="{5AB368E3-1B0C-4F12-9035-E69E3527F526}" type="presOf" srcId="{F95F4699-4796-4920-9008-E40DDAB52D40}" destId="{74AB0101-77ED-4C18-8D20-88B1CE3234D5}" srcOrd="1" destOrd="0" presId="urn:microsoft.com/office/officeart/2016/7/layout/RepeatingBendingProcessNew"/>
    <dgm:cxn modelId="{A56BC7EF-18EC-4825-8C55-C0CA7AD6D30E}" type="presOf" srcId="{4A703C54-099C-4995-97A7-584EDFB3ADBD}" destId="{0E99E63B-4D72-43C8-867A-D11041C6ADCE}" srcOrd="0" destOrd="0" presId="urn:microsoft.com/office/officeart/2016/7/layout/RepeatingBendingProcessNew"/>
    <dgm:cxn modelId="{D60EC9EF-389E-4008-83C0-9590302DE525}" type="presOf" srcId="{F95F4699-4796-4920-9008-E40DDAB52D40}" destId="{4F008265-3E12-4E11-8411-8B26CA0F8DB7}" srcOrd="0" destOrd="0" presId="urn:microsoft.com/office/officeart/2016/7/layout/RepeatingBendingProcessNew"/>
    <dgm:cxn modelId="{F190AEFB-4582-409C-A5C7-773CCAD44CE4}" type="presOf" srcId="{8320E824-CF04-4322-A087-E9944F2877CD}" destId="{6AEA006F-5E22-49E1-A94D-22E2463397C2}" srcOrd="0" destOrd="0" presId="urn:microsoft.com/office/officeart/2016/7/layout/RepeatingBendingProcessNew"/>
    <dgm:cxn modelId="{625AB6FB-BA04-45A5-AE4C-75EBC84E62BA}" srcId="{4742A4E4-BEFB-4C78-B88C-796BE895469F}" destId="{8320E824-CF04-4322-A087-E9944F2877CD}" srcOrd="5" destOrd="0" parTransId="{6565D05A-E494-4100-AD60-CECAFCDFD384}" sibTransId="{15892D4F-3BBC-4460-860F-FA9D9BAC4B15}"/>
    <dgm:cxn modelId="{41BFBBFB-FD57-4C6D-8B84-FC1E1B55F8EA}" type="presOf" srcId="{414AD994-2971-4B22-91B6-B8D727BC390D}" destId="{0439FE5B-0D62-4262-9A52-490ACAF9E962}" srcOrd="0" destOrd="0" presId="urn:microsoft.com/office/officeart/2016/7/layout/RepeatingBendingProcessNew"/>
    <dgm:cxn modelId="{D44D0358-BDD4-4DC9-916E-F7AA4642E4D6}" type="presParOf" srcId="{9E0D53AD-FE22-4028-ACD3-A66B424341D1}" destId="{0439FE5B-0D62-4262-9A52-490ACAF9E962}" srcOrd="0" destOrd="0" presId="urn:microsoft.com/office/officeart/2016/7/layout/RepeatingBendingProcessNew"/>
    <dgm:cxn modelId="{3E16F4CD-F3DA-4B50-BDE7-08833230A572}" type="presParOf" srcId="{9E0D53AD-FE22-4028-ACD3-A66B424341D1}" destId="{28EA9218-7A8C-42B2-9096-EF274AC77C9F}" srcOrd="1" destOrd="0" presId="urn:microsoft.com/office/officeart/2016/7/layout/RepeatingBendingProcessNew"/>
    <dgm:cxn modelId="{F11F34D1-4F4F-4F18-B0DB-A935B05BB11F}" type="presParOf" srcId="{28EA9218-7A8C-42B2-9096-EF274AC77C9F}" destId="{A08AFB15-22FF-487C-94F1-BC753BC80144}" srcOrd="0" destOrd="0" presId="urn:microsoft.com/office/officeart/2016/7/layout/RepeatingBendingProcessNew"/>
    <dgm:cxn modelId="{0EA5D360-D4B1-467B-ABA5-14F52F2816CF}" type="presParOf" srcId="{9E0D53AD-FE22-4028-ACD3-A66B424341D1}" destId="{5C175429-C50E-41EB-BC99-A4F152EE2ECC}" srcOrd="2" destOrd="0" presId="urn:microsoft.com/office/officeart/2016/7/layout/RepeatingBendingProcessNew"/>
    <dgm:cxn modelId="{2856B069-1252-4D01-AAFD-A34DC965094D}" type="presParOf" srcId="{9E0D53AD-FE22-4028-ACD3-A66B424341D1}" destId="{CB4341FF-E1E1-4D37-98B8-E4FB86134D97}" srcOrd="3" destOrd="0" presId="urn:microsoft.com/office/officeart/2016/7/layout/RepeatingBendingProcessNew"/>
    <dgm:cxn modelId="{950305D0-8BE6-4A86-A4F7-0145D81E8463}" type="presParOf" srcId="{CB4341FF-E1E1-4D37-98B8-E4FB86134D97}" destId="{D925EC5C-6D8C-477C-B5C7-5E1C5C77FF1E}" srcOrd="0" destOrd="0" presId="urn:microsoft.com/office/officeart/2016/7/layout/RepeatingBendingProcessNew"/>
    <dgm:cxn modelId="{3AFE873F-46E6-4E70-8915-470842422993}" type="presParOf" srcId="{9E0D53AD-FE22-4028-ACD3-A66B424341D1}" destId="{E404AEE9-25E8-4CA9-AC62-2858A110548A}" srcOrd="4" destOrd="0" presId="urn:microsoft.com/office/officeart/2016/7/layout/RepeatingBendingProcessNew"/>
    <dgm:cxn modelId="{DD039520-3D60-4C20-8814-80045A6C19BC}" type="presParOf" srcId="{9E0D53AD-FE22-4028-ACD3-A66B424341D1}" destId="{0E99E63B-4D72-43C8-867A-D11041C6ADCE}" srcOrd="5" destOrd="0" presId="urn:microsoft.com/office/officeart/2016/7/layout/RepeatingBendingProcessNew"/>
    <dgm:cxn modelId="{9D0BAE1D-9692-4D79-AFD2-CD3F7BBD721B}" type="presParOf" srcId="{0E99E63B-4D72-43C8-867A-D11041C6ADCE}" destId="{DBAA8703-4936-4966-8405-2AE82CB0E8A6}" srcOrd="0" destOrd="0" presId="urn:microsoft.com/office/officeart/2016/7/layout/RepeatingBendingProcessNew"/>
    <dgm:cxn modelId="{5947CC2A-81A0-4AB2-B659-00D14D65C17B}" type="presParOf" srcId="{9E0D53AD-FE22-4028-ACD3-A66B424341D1}" destId="{E31B55E4-211F-42BA-844C-7A3F4DD2A25F}" srcOrd="6" destOrd="0" presId="urn:microsoft.com/office/officeart/2016/7/layout/RepeatingBendingProcessNew"/>
    <dgm:cxn modelId="{21EEE076-EC35-4AE0-9A76-89B74070B144}" type="presParOf" srcId="{9E0D53AD-FE22-4028-ACD3-A66B424341D1}" destId="{5CFD8D98-9BCA-4CA5-A5C9-1AD5EE74DBF0}" srcOrd="7" destOrd="0" presId="urn:microsoft.com/office/officeart/2016/7/layout/RepeatingBendingProcessNew"/>
    <dgm:cxn modelId="{968C3C35-E8F0-4396-A4DF-96BA162E2460}" type="presParOf" srcId="{5CFD8D98-9BCA-4CA5-A5C9-1AD5EE74DBF0}" destId="{734EFF76-514A-4901-8FA4-3BB3CF666AE1}" srcOrd="0" destOrd="0" presId="urn:microsoft.com/office/officeart/2016/7/layout/RepeatingBendingProcessNew"/>
    <dgm:cxn modelId="{089B0A21-9825-4FA4-911C-3F2481F158B1}" type="presParOf" srcId="{9E0D53AD-FE22-4028-ACD3-A66B424341D1}" destId="{D0412616-5768-41E1-8B7D-C5F6A7F8FB3F}" srcOrd="8" destOrd="0" presId="urn:microsoft.com/office/officeart/2016/7/layout/RepeatingBendingProcessNew"/>
    <dgm:cxn modelId="{B37C54A0-BDF3-4E6A-9519-33CE7A033765}" type="presParOf" srcId="{9E0D53AD-FE22-4028-ACD3-A66B424341D1}" destId="{4F008265-3E12-4E11-8411-8B26CA0F8DB7}" srcOrd="9" destOrd="0" presId="urn:microsoft.com/office/officeart/2016/7/layout/RepeatingBendingProcessNew"/>
    <dgm:cxn modelId="{32AC70FF-C927-43FF-B312-8E1BDD866363}" type="presParOf" srcId="{4F008265-3E12-4E11-8411-8B26CA0F8DB7}" destId="{74AB0101-77ED-4C18-8D20-88B1CE3234D5}" srcOrd="0" destOrd="0" presId="urn:microsoft.com/office/officeart/2016/7/layout/RepeatingBendingProcessNew"/>
    <dgm:cxn modelId="{1CDF21A4-DB51-475E-984F-74AD600E48DE}" type="presParOf" srcId="{9E0D53AD-FE22-4028-ACD3-A66B424341D1}" destId="{6AEA006F-5E22-49E1-A94D-22E2463397C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E70129-92FB-452F-8724-DB201144FA45}" type="doc">
      <dgm:prSet loTypeId="urn:microsoft.com/office/officeart/2018/5/layout/IconCircleLabelList" loCatId="icon" qsTypeId="urn:microsoft.com/office/officeart/2005/8/quickstyle/simple1#5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54A9EE6-E1B6-4FB0-B0CA-4DE590395741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Keyword Research</a:t>
          </a:r>
          <a:r>
            <a:rPr lang="en-IN" sz="1600" cap="none" dirty="0">
              <a:latin typeface="Georgia" panose="02040502050405020303" pitchFamily="18" charset="0"/>
            </a:rPr>
            <a:t> — Target Relevant Terms Such As </a:t>
          </a:r>
          <a:r>
            <a:rPr lang="en-IN" sz="1600" i="1" cap="none" dirty="0">
              <a:latin typeface="Georgia" panose="02040502050405020303" pitchFamily="18" charset="0"/>
            </a:rPr>
            <a:t>Learn Spanish, Spanish Course,</a:t>
          </a:r>
          <a:r>
            <a:rPr lang="en-IN" sz="1600" cap="none" dirty="0">
              <a:latin typeface="Georgia" panose="02040502050405020303" pitchFamily="18" charset="0"/>
            </a:rPr>
            <a:t> And </a:t>
          </a:r>
          <a:r>
            <a:rPr lang="en-IN" sz="1600" i="1" cap="none" dirty="0">
              <a:latin typeface="Georgia" panose="02040502050405020303" pitchFamily="18" charset="0"/>
            </a:rPr>
            <a:t>Spanish Lessons</a:t>
          </a:r>
          <a:r>
            <a:rPr lang="en-IN" sz="1600" cap="none" dirty="0">
              <a:latin typeface="Georgia" panose="02040502050405020303" pitchFamily="18" charset="0"/>
            </a:rPr>
            <a:t>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1767A26E-DDEB-46E1-9E97-85E6C3B4E5D4}" type="parTrans" cxnId="{953A3A36-323B-472F-8299-E15B44049D02}">
      <dgm:prSet/>
      <dgm:spPr/>
      <dgm:t>
        <a:bodyPr/>
        <a:lstStyle/>
        <a:p>
          <a:endParaRPr lang="en-US"/>
        </a:p>
      </dgm:t>
    </dgm:pt>
    <dgm:pt modelId="{E02FC698-9803-400A-92ED-1C29E509FF3C}" type="sibTrans" cxnId="{953A3A36-323B-472F-8299-E15B44049D02}">
      <dgm:prSet/>
      <dgm:spPr/>
      <dgm:t>
        <a:bodyPr/>
        <a:lstStyle/>
        <a:p>
          <a:endParaRPr lang="en-US"/>
        </a:p>
      </dgm:t>
    </dgm:pt>
    <dgm:pt modelId="{9936657B-C95F-40B1-803A-A1C5C2637611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On-page SEO</a:t>
          </a:r>
          <a:r>
            <a:rPr lang="en-IN" sz="1600" cap="none" dirty="0">
              <a:latin typeface="Georgia" panose="02040502050405020303" pitchFamily="18" charset="0"/>
            </a:rPr>
            <a:t> — Optimize Titles, Meta Descriptions, Headings, </a:t>
          </a:r>
          <a:r>
            <a:rPr lang="en-IN" sz="1600" cap="none" dirty="0" err="1">
              <a:latin typeface="Georgia" panose="02040502050405020303" pitchFamily="18" charset="0"/>
            </a:rPr>
            <a:t>Urls</a:t>
          </a:r>
          <a:r>
            <a:rPr lang="en-IN" sz="1600" cap="none" dirty="0">
              <a:latin typeface="Georgia" panose="02040502050405020303" pitchFamily="18" charset="0"/>
            </a:rPr>
            <a:t>, Images, And Internal Links.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979B42E6-862F-446D-A63B-CEF200E595F4}" type="parTrans" cxnId="{BC7C17E2-D417-4B46-AEDC-34B2D57044CD}">
      <dgm:prSet/>
      <dgm:spPr/>
      <dgm:t>
        <a:bodyPr/>
        <a:lstStyle/>
        <a:p>
          <a:endParaRPr lang="en-US"/>
        </a:p>
      </dgm:t>
    </dgm:pt>
    <dgm:pt modelId="{3A02F6E9-1F28-4330-A5B2-27C21FED312F}" type="sibTrans" cxnId="{BC7C17E2-D417-4B46-AEDC-34B2D57044CD}">
      <dgm:prSet/>
      <dgm:spPr/>
      <dgm:t>
        <a:bodyPr/>
        <a:lstStyle/>
        <a:p>
          <a:endParaRPr lang="en-US"/>
        </a:p>
      </dgm:t>
    </dgm:pt>
    <dgm:pt modelId="{1F369D20-AE2F-40E6-AE2E-CD550D7E3061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Technical SEO</a:t>
          </a:r>
          <a:r>
            <a:rPr lang="en-IN" sz="1600" cap="none" dirty="0">
              <a:latin typeface="Georgia" panose="02040502050405020303" pitchFamily="18" charset="0"/>
            </a:rPr>
            <a:t> — Focus On Mobile Optimization, Page Speed, HTTPS, XML Sitemap, </a:t>
          </a:r>
          <a:r>
            <a:rPr lang="en-IN" sz="1600" cap="none" dirty="0" err="1">
              <a:latin typeface="Georgia" panose="02040502050405020303" pitchFamily="18" charset="0"/>
            </a:rPr>
            <a:t>Robots.Txt</a:t>
          </a:r>
          <a:r>
            <a:rPr lang="en-IN" sz="1600" cap="none" dirty="0">
              <a:latin typeface="Georgia" panose="02040502050405020303" pitchFamily="18" charset="0"/>
            </a:rPr>
            <a:t>, And Structured Data.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0BF732C1-F53E-425A-A2E1-10FCDE249202}" type="parTrans" cxnId="{32DFBC90-9257-43D4-AEE1-9D1B61A98E26}">
      <dgm:prSet/>
      <dgm:spPr/>
      <dgm:t>
        <a:bodyPr/>
        <a:lstStyle/>
        <a:p>
          <a:endParaRPr lang="en-US"/>
        </a:p>
      </dgm:t>
    </dgm:pt>
    <dgm:pt modelId="{2A0AE984-E5CD-4F38-9FE4-726C74C38316}" type="sibTrans" cxnId="{32DFBC90-9257-43D4-AEE1-9D1B61A98E26}">
      <dgm:prSet/>
      <dgm:spPr/>
      <dgm:t>
        <a:bodyPr/>
        <a:lstStyle/>
        <a:p>
          <a:endParaRPr lang="en-US"/>
        </a:p>
      </dgm:t>
    </dgm:pt>
    <dgm:pt modelId="{76EA656A-F5AC-49C7-8D85-50B60C387BD6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Off-page SEO</a:t>
          </a:r>
          <a:r>
            <a:rPr lang="en-IN" sz="1600" cap="none" dirty="0">
              <a:latin typeface="Georgia" panose="02040502050405020303" pitchFamily="18" charset="0"/>
            </a:rPr>
            <a:t> — Build Awareness And Backlinks Through Influencers, Social Media, And Online Communities.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1423C2F5-D78E-4A0E-AE7A-E4024B4AB550}" type="parTrans" cxnId="{0B09DB65-63E6-457B-8026-A0EE2660EAFE}">
      <dgm:prSet/>
      <dgm:spPr/>
      <dgm:t>
        <a:bodyPr/>
        <a:lstStyle/>
        <a:p>
          <a:endParaRPr lang="en-US"/>
        </a:p>
      </dgm:t>
    </dgm:pt>
    <dgm:pt modelId="{D7A85A76-78D4-474D-B5E7-A92D9C214F29}" type="sibTrans" cxnId="{0B09DB65-63E6-457B-8026-A0EE2660EAFE}">
      <dgm:prSet/>
      <dgm:spPr/>
      <dgm:t>
        <a:bodyPr/>
        <a:lstStyle/>
        <a:p>
          <a:endParaRPr lang="en-US"/>
        </a:p>
      </dgm:t>
    </dgm:pt>
    <dgm:pt modelId="{79C2F0C2-152C-4107-89FA-210023DA6DB0}">
      <dgm:prSet custT="1"/>
      <dgm:spPr/>
      <dgm:t>
        <a:bodyPr/>
        <a:lstStyle/>
        <a:p>
          <a:pPr>
            <a:defRPr cap="all"/>
          </a:pPr>
          <a:r>
            <a:rPr lang="en-IN" sz="1600" b="1" cap="none" dirty="0">
              <a:latin typeface="Georgia" panose="02040502050405020303" pitchFamily="18" charset="0"/>
            </a:rPr>
            <a:t>Search Intent</a:t>
          </a:r>
          <a:r>
            <a:rPr lang="en-IN" sz="1600" cap="none" dirty="0">
              <a:latin typeface="Georgia" panose="02040502050405020303" pitchFamily="18" charset="0"/>
            </a:rPr>
            <a:t> — Create Pages That Match Users Looking To Learn A Language, Find Courses, Or Explore Lessons.</a:t>
          </a:r>
          <a:endParaRPr lang="en-US" sz="1600" cap="none" dirty="0">
            <a:latin typeface="Georgia" panose="02040502050405020303" pitchFamily="18" charset="0"/>
          </a:endParaRPr>
        </a:p>
      </dgm:t>
    </dgm:pt>
    <dgm:pt modelId="{54579218-8BCD-4D3D-8F17-9A6B94A744A4}" type="parTrans" cxnId="{4BF87126-76FF-4625-8BC2-7094165BC71E}">
      <dgm:prSet/>
      <dgm:spPr/>
      <dgm:t>
        <a:bodyPr/>
        <a:lstStyle/>
        <a:p>
          <a:endParaRPr lang="en-US"/>
        </a:p>
      </dgm:t>
    </dgm:pt>
    <dgm:pt modelId="{9776321D-19CA-4A0C-AC9F-EEFFFDEA39EA}" type="sibTrans" cxnId="{4BF87126-76FF-4625-8BC2-7094165BC71E}">
      <dgm:prSet/>
      <dgm:spPr/>
      <dgm:t>
        <a:bodyPr/>
        <a:lstStyle/>
        <a:p>
          <a:endParaRPr lang="en-US"/>
        </a:p>
      </dgm:t>
    </dgm:pt>
    <dgm:pt modelId="{4C72118A-E8B9-43DD-8308-772DE73F168A}" type="pres">
      <dgm:prSet presAssocID="{44E70129-92FB-452F-8724-DB201144FA45}" presName="root" presStyleCnt="0">
        <dgm:presLayoutVars>
          <dgm:dir/>
          <dgm:resizeHandles val="exact"/>
        </dgm:presLayoutVars>
      </dgm:prSet>
      <dgm:spPr/>
    </dgm:pt>
    <dgm:pt modelId="{9177C94D-CB17-40B8-A3C3-CD748159CE81}" type="pres">
      <dgm:prSet presAssocID="{E54A9EE6-E1B6-4FB0-B0CA-4DE590395741}" presName="compNode" presStyleCnt="0"/>
      <dgm:spPr/>
    </dgm:pt>
    <dgm:pt modelId="{81F15121-4D36-457F-9963-5FE4016535CE}" type="pres">
      <dgm:prSet presAssocID="{E54A9EE6-E1B6-4FB0-B0CA-4DE590395741}" presName="iconBgRect" presStyleLbl="bgShp" presStyleIdx="0" presStyleCnt="5"/>
      <dgm:spPr/>
    </dgm:pt>
    <dgm:pt modelId="{3858BCB6-2C0F-4F37-A399-7A4CC0D90102}" type="pres">
      <dgm:prSet presAssocID="{E54A9EE6-E1B6-4FB0-B0CA-4DE59039574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42ACE96-728B-4B3E-9E5A-5126F2E056BE}" type="pres">
      <dgm:prSet presAssocID="{E54A9EE6-E1B6-4FB0-B0CA-4DE590395741}" presName="spaceRect" presStyleCnt="0"/>
      <dgm:spPr/>
    </dgm:pt>
    <dgm:pt modelId="{CC4B07DD-DE19-402A-807C-CA296C5BDC7B}" type="pres">
      <dgm:prSet presAssocID="{E54A9EE6-E1B6-4FB0-B0CA-4DE590395741}" presName="textRect" presStyleLbl="revTx" presStyleIdx="0" presStyleCnt="5">
        <dgm:presLayoutVars>
          <dgm:chMax val="1"/>
          <dgm:chPref val="1"/>
        </dgm:presLayoutVars>
      </dgm:prSet>
      <dgm:spPr/>
    </dgm:pt>
    <dgm:pt modelId="{9C6B1A07-1F87-4B22-8EEA-1061A4B2E2AE}" type="pres">
      <dgm:prSet presAssocID="{E02FC698-9803-400A-92ED-1C29E509FF3C}" presName="sibTrans" presStyleCnt="0"/>
      <dgm:spPr/>
    </dgm:pt>
    <dgm:pt modelId="{52E29E59-CE66-448A-8B2C-C5FD8CB33A3E}" type="pres">
      <dgm:prSet presAssocID="{9936657B-C95F-40B1-803A-A1C5C2637611}" presName="compNode" presStyleCnt="0"/>
      <dgm:spPr/>
    </dgm:pt>
    <dgm:pt modelId="{C78DE81D-E2F8-4C52-9AC9-65EC1E131EFD}" type="pres">
      <dgm:prSet presAssocID="{9936657B-C95F-40B1-803A-A1C5C2637611}" presName="iconBgRect" presStyleLbl="bgShp" presStyleIdx="1" presStyleCnt="5"/>
      <dgm:spPr/>
    </dgm:pt>
    <dgm:pt modelId="{5CC03FE6-399D-4DFA-BDB4-B9C5644F7F5E}" type="pres">
      <dgm:prSet presAssocID="{9936657B-C95F-40B1-803A-A1C5C263761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B0370E7-9880-49EF-9D88-45B8C3D022C2}" type="pres">
      <dgm:prSet presAssocID="{9936657B-C95F-40B1-803A-A1C5C2637611}" presName="spaceRect" presStyleCnt="0"/>
      <dgm:spPr/>
    </dgm:pt>
    <dgm:pt modelId="{D4AB65A0-D9B3-4BF4-8A2C-6146651FCF09}" type="pres">
      <dgm:prSet presAssocID="{9936657B-C95F-40B1-803A-A1C5C2637611}" presName="textRect" presStyleLbl="revTx" presStyleIdx="1" presStyleCnt="5">
        <dgm:presLayoutVars>
          <dgm:chMax val="1"/>
          <dgm:chPref val="1"/>
        </dgm:presLayoutVars>
      </dgm:prSet>
      <dgm:spPr/>
    </dgm:pt>
    <dgm:pt modelId="{857E4317-B6CD-456F-9C28-C829F7AEB488}" type="pres">
      <dgm:prSet presAssocID="{3A02F6E9-1F28-4330-A5B2-27C21FED312F}" presName="sibTrans" presStyleCnt="0"/>
      <dgm:spPr/>
    </dgm:pt>
    <dgm:pt modelId="{3741EC23-0B4B-4147-A567-7D4AC82B9347}" type="pres">
      <dgm:prSet presAssocID="{1F369D20-AE2F-40E6-AE2E-CD550D7E3061}" presName="compNode" presStyleCnt="0"/>
      <dgm:spPr/>
    </dgm:pt>
    <dgm:pt modelId="{8130E19D-3E74-4D02-BA90-E38D0E876767}" type="pres">
      <dgm:prSet presAssocID="{1F369D20-AE2F-40E6-AE2E-CD550D7E3061}" presName="iconBgRect" presStyleLbl="bgShp" presStyleIdx="2" presStyleCnt="5"/>
      <dgm:spPr/>
    </dgm:pt>
    <dgm:pt modelId="{3D0DB885-5EEE-46FD-AE1B-5155D6D9018D}" type="pres">
      <dgm:prSet presAssocID="{1F369D20-AE2F-40E6-AE2E-CD550D7E306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5794CD1-F625-4879-9656-B28E79C3DEF2}" type="pres">
      <dgm:prSet presAssocID="{1F369D20-AE2F-40E6-AE2E-CD550D7E3061}" presName="spaceRect" presStyleCnt="0"/>
      <dgm:spPr/>
    </dgm:pt>
    <dgm:pt modelId="{120695FE-5ECB-4284-9D17-F33DE97BCF77}" type="pres">
      <dgm:prSet presAssocID="{1F369D20-AE2F-40E6-AE2E-CD550D7E3061}" presName="textRect" presStyleLbl="revTx" presStyleIdx="2" presStyleCnt="5">
        <dgm:presLayoutVars>
          <dgm:chMax val="1"/>
          <dgm:chPref val="1"/>
        </dgm:presLayoutVars>
      </dgm:prSet>
      <dgm:spPr/>
    </dgm:pt>
    <dgm:pt modelId="{2359F7B7-64C3-402F-BC37-3D51FC9FF3EE}" type="pres">
      <dgm:prSet presAssocID="{2A0AE984-E5CD-4F38-9FE4-726C74C38316}" presName="sibTrans" presStyleCnt="0"/>
      <dgm:spPr/>
    </dgm:pt>
    <dgm:pt modelId="{2D82E757-8E8C-4C29-9361-C21525E8AE50}" type="pres">
      <dgm:prSet presAssocID="{76EA656A-F5AC-49C7-8D85-50B60C387BD6}" presName="compNode" presStyleCnt="0"/>
      <dgm:spPr/>
    </dgm:pt>
    <dgm:pt modelId="{DD6ED677-0009-49FF-8F39-08C394BDD5BD}" type="pres">
      <dgm:prSet presAssocID="{76EA656A-F5AC-49C7-8D85-50B60C387BD6}" presName="iconBgRect" presStyleLbl="bgShp" presStyleIdx="3" presStyleCnt="5"/>
      <dgm:spPr/>
    </dgm:pt>
    <dgm:pt modelId="{58E6BEAE-CCAF-4C10-939E-B75DF6DD0B96}" type="pres">
      <dgm:prSet presAssocID="{76EA656A-F5AC-49C7-8D85-50B60C387BD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5C5D07EF-A1AB-45E8-AA2B-20D8A8471EFF}" type="pres">
      <dgm:prSet presAssocID="{76EA656A-F5AC-49C7-8D85-50B60C387BD6}" presName="spaceRect" presStyleCnt="0"/>
      <dgm:spPr/>
    </dgm:pt>
    <dgm:pt modelId="{3C744370-DBC0-447B-A9B4-12FE359652E0}" type="pres">
      <dgm:prSet presAssocID="{76EA656A-F5AC-49C7-8D85-50B60C387BD6}" presName="textRect" presStyleLbl="revTx" presStyleIdx="3" presStyleCnt="5">
        <dgm:presLayoutVars>
          <dgm:chMax val="1"/>
          <dgm:chPref val="1"/>
        </dgm:presLayoutVars>
      </dgm:prSet>
      <dgm:spPr/>
    </dgm:pt>
    <dgm:pt modelId="{974C2F8B-A696-4234-9830-D3B255272418}" type="pres">
      <dgm:prSet presAssocID="{D7A85A76-78D4-474D-B5E7-A92D9C214F29}" presName="sibTrans" presStyleCnt="0"/>
      <dgm:spPr/>
    </dgm:pt>
    <dgm:pt modelId="{DF75C892-5877-43C6-8980-BE4924FCE6B4}" type="pres">
      <dgm:prSet presAssocID="{79C2F0C2-152C-4107-89FA-210023DA6DB0}" presName="compNode" presStyleCnt="0"/>
      <dgm:spPr/>
    </dgm:pt>
    <dgm:pt modelId="{A87DAE28-3AD7-4B47-AFAE-89FE9CF059D2}" type="pres">
      <dgm:prSet presAssocID="{79C2F0C2-152C-4107-89FA-210023DA6DB0}" presName="iconBgRect" presStyleLbl="bgShp" presStyleIdx="4" presStyleCnt="5"/>
      <dgm:spPr/>
    </dgm:pt>
    <dgm:pt modelId="{620AA7D5-5D14-4485-B002-3CCFF29DE565}" type="pres">
      <dgm:prSet presAssocID="{79C2F0C2-152C-4107-89FA-210023DA6DB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A9E06545-F9F2-4487-BB10-395A61928DA7}" type="pres">
      <dgm:prSet presAssocID="{79C2F0C2-152C-4107-89FA-210023DA6DB0}" presName="spaceRect" presStyleCnt="0"/>
      <dgm:spPr/>
    </dgm:pt>
    <dgm:pt modelId="{5BF84B39-8987-4A36-8926-A7FC06029244}" type="pres">
      <dgm:prSet presAssocID="{79C2F0C2-152C-4107-89FA-210023DA6DB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705EE0F-4729-47EE-B1DF-C04F84158D19}" type="presOf" srcId="{76EA656A-F5AC-49C7-8D85-50B60C387BD6}" destId="{3C744370-DBC0-447B-A9B4-12FE359652E0}" srcOrd="0" destOrd="0" presId="urn:microsoft.com/office/officeart/2018/5/layout/IconCircleLabelList"/>
    <dgm:cxn modelId="{02C8741A-01AC-4E90-8AEF-9E0AD57977CD}" type="presOf" srcId="{44E70129-92FB-452F-8724-DB201144FA45}" destId="{4C72118A-E8B9-43DD-8308-772DE73F168A}" srcOrd="0" destOrd="0" presId="urn:microsoft.com/office/officeart/2018/5/layout/IconCircleLabelList"/>
    <dgm:cxn modelId="{7ADB5820-2A41-43D2-8BF3-7771F1671597}" type="presOf" srcId="{1F369D20-AE2F-40E6-AE2E-CD550D7E3061}" destId="{120695FE-5ECB-4284-9D17-F33DE97BCF77}" srcOrd="0" destOrd="0" presId="urn:microsoft.com/office/officeart/2018/5/layout/IconCircleLabelList"/>
    <dgm:cxn modelId="{4BF87126-76FF-4625-8BC2-7094165BC71E}" srcId="{44E70129-92FB-452F-8724-DB201144FA45}" destId="{79C2F0C2-152C-4107-89FA-210023DA6DB0}" srcOrd="4" destOrd="0" parTransId="{54579218-8BCD-4D3D-8F17-9A6B94A744A4}" sibTransId="{9776321D-19CA-4A0C-AC9F-EEFFFDEA39EA}"/>
    <dgm:cxn modelId="{953A3A36-323B-472F-8299-E15B44049D02}" srcId="{44E70129-92FB-452F-8724-DB201144FA45}" destId="{E54A9EE6-E1B6-4FB0-B0CA-4DE590395741}" srcOrd="0" destOrd="0" parTransId="{1767A26E-DDEB-46E1-9E97-85E6C3B4E5D4}" sibTransId="{E02FC698-9803-400A-92ED-1C29E509FF3C}"/>
    <dgm:cxn modelId="{0B09DB65-63E6-457B-8026-A0EE2660EAFE}" srcId="{44E70129-92FB-452F-8724-DB201144FA45}" destId="{76EA656A-F5AC-49C7-8D85-50B60C387BD6}" srcOrd="3" destOrd="0" parTransId="{1423C2F5-D78E-4A0E-AE7A-E4024B4AB550}" sibTransId="{D7A85A76-78D4-474D-B5E7-A92D9C214F29}"/>
    <dgm:cxn modelId="{32DFBC90-9257-43D4-AEE1-9D1B61A98E26}" srcId="{44E70129-92FB-452F-8724-DB201144FA45}" destId="{1F369D20-AE2F-40E6-AE2E-CD550D7E3061}" srcOrd="2" destOrd="0" parTransId="{0BF732C1-F53E-425A-A2E1-10FCDE249202}" sibTransId="{2A0AE984-E5CD-4F38-9FE4-726C74C38316}"/>
    <dgm:cxn modelId="{26CECB96-A94B-446F-9F27-8A6B8A0A951D}" type="presOf" srcId="{9936657B-C95F-40B1-803A-A1C5C2637611}" destId="{D4AB65A0-D9B3-4BF4-8A2C-6146651FCF09}" srcOrd="0" destOrd="0" presId="urn:microsoft.com/office/officeart/2018/5/layout/IconCircleLabelList"/>
    <dgm:cxn modelId="{DEDDA8AA-B707-4A58-BBC8-F9FE5843AE40}" type="presOf" srcId="{E54A9EE6-E1B6-4FB0-B0CA-4DE590395741}" destId="{CC4B07DD-DE19-402A-807C-CA296C5BDC7B}" srcOrd="0" destOrd="0" presId="urn:microsoft.com/office/officeart/2018/5/layout/IconCircleLabelList"/>
    <dgm:cxn modelId="{6CAAF3B3-6480-44B4-8875-C31B471D97C1}" type="presOf" srcId="{79C2F0C2-152C-4107-89FA-210023DA6DB0}" destId="{5BF84B39-8987-4A36-8926-A7FC06029244}" srcOrd="0" destOrd="0" presId="urn:microsoft.com/office/officeart/2018/5/layout/IconCircleLabelList"/>
    <dgm:cxn modelId="{BC7C17E2-D417-4B46-AEDC-34B2D57044CD}" srcId="{44E70129-92FB-452F-8724-DB201144FA45}" destId="{9936657B-C95F-40B1-803A-A1C5C2637611}" srcOrd="1" destOrd="0" parTransId="{979B42E6-862F-446D-A63B-CEF200E595F4}" sibTransId="{3A02F6E9-1F28-4330-A5B2-27C21FED312F}"/>
    <dgm:cxn modelId="{2734912F-B45B-4A84-8795-4275C6A0A65B}" type="presParOf" srcId="{4C72118A-E8B9-43DD-8308-772DE73F168A}" destId="{9177C94D-CB17-40B8-A3C3-CD748159CE81}" srcOrd="0" destOrd="0" presId="urn:microsoft.com/office/officeart/2018/5/layout/IconCircleLabelList"/>
    <dgm:cxn modelId="{A53EBA37-E182-4568-A996-DD060496B427}" type="presParOf" srcId="{9177C94D-CB17-40B8-A3C3-CD748159CE81}" destId="{81F15121-4D36-457F-9963-5FE4016535CE}" srcOrd="0" destOrd="0" presId="urn:microsoft.com/office/officeart/2018/5/layout/IconCircleLabelList"/>
    <dgm:cxn modelId="{462AF902-8D49-4A18-A03B-6D0DD3C99F52}" type="presParOf" srcId="{9177C94D-CB17-40B8-A3C3-CD748159CE81}" destId="{3858BCB6-2C0F-4F37-A399-7A4CC0D90102}" srcOrd="1" destOrd="0" presId="urn:microsoft.com/office/officeart/2018/5/layout/IconCircleLabelList"/>
    <dgm:cxn modelId="{7905265D-11D8-412A-85B2-5919085DCC71}" type="presParOf" srcId="{9177C94D-CB17-40B8-A3C3-CD748159CE81}" destId="{542ACE96-728B-4B3E-9E5A-5126F2E056BE}" srcOrd="2" destOrd="0" presId="urn:microsoft.com/office/officeart/2018/5/layout/IconCircleLabelList"/>
    <dgm:cxn modelId="{341BB0AB-B1F1-4406-99AE-A9262178275B}" type="presParOf" srcId="{9177C94D-CB17-40B8-A3C3-CD748159CE81}" destId="{CC4B07DD-DE19-402A-807C-CA296C5BDC7B}" srcOrd="3" destOrd="0" presId="urn:microsoft.com/office/officeart/2018/5/layout/IconCircleLabelList"/>
    <dgm:cxn modelId="{F45E7998-8980-40F3-8922-17CE4626AD23}" type="presParOf" srcId="{4C72118A-E8B9-43DD-8308-772DE73F168A}" destId="{9C6B1A07-1F87-4B22-8EEA-1061A4B2E2AE}" srcOrd="1" destOrd="0" presId="urn:microsoft.com/office/officeart/2018/5/layout/IconCircleLabelList"/>
    <dgm:cxn modelId="{2D43F93C-2A2A-4052-BA8A-5CA31830A2F8}" type="presParOf" srcId="{4C72118A-E8B9-43DD-8308-772DE73F168A}" destId="{52E29E59-CE66-448A-8B2C-C5FD8CB33A3E}" srcOrd="2" destOrd="0" presId="urn:microsoft.com/office/officeart/2018/5/layout/IconCircleLabelList"/>
    <dgm:cxn modelId="{905F3FFC-7C9B-4D4E-9827-90E3DDB24D84}" type="presParOf" srcId="{52E29E59-CE66-448A-8B2C-C5FD8CB33A3E}" destId="{C78DE81D-E2F8-4C52-9AC9-65EC1E131EFD}" srcOrd="0" destOrd="0" presId="urn:microsoft.com/office/officeart/2018/5/layout/IconCircleLabelList"/>
    <dgm:cxn modelId="{A991B77C-7E93-4EF5-A7AA-32A3DA7332B7}" type="presParOf" srcId="{52E29E59-CE66-448A-8B2C-C5FD8CB33A3E}" destId="{5CC03FE6-399D-4DFA-BDB4-B9C5644F7F5E}" srcOrd="1" destOrd="0" presId="urn:microsoft.com/office/officeart/2018/5/layout/IconCircleLabelList"/>
    <dgm:cxn modelId="{B5C0824B-2ADD-4259-BE33-D8A78AED9A83}" type="presParOf" srcId="{52E29E59-CE66-448A-8B2C-C5FD8CB33A3E}" destId="{9B0370E7-9880-49EF-9D88-45B8C3D022C2}" srcOrd="2" destOrd="0" presId="urn:microsoft.com/office/officeart/2018/5/layout/IconCircleLabelList"/>
    <dgm:cxn modelId="{F929A7E4-378D-47AF-94C4-006F94346721}" type="presParOf" srcId="{52E29E59-CE66-448A-8B2C-C5FD8CB33A3E}" destId="{D4AB65A0-D9B3-4BF4-8A2C-6146651FCF09}" srcOrd="3" destOrd="0" presId="urn:microsoft.com/office/officeart/2018/5/layout/IconCircleLabelList"/>
    <dgm:cxn modelId="{8DCA4D36-05DE-4D9C-91AF-16F59B067BD9}" type="presParOf" srcId="{4C72118A-E8B9-43DD-8308-772DE73F168A}" destId="{857E4317-B6CD-456F-9C28-C829F7AEB488}" srcOrd="3" destOrd="0" presId="urn:microsoft.com/office/officeart/2018/5/layout/IconCircleLabelList"/>
    <dgm:cxn modelId="{BECD5197-A0BC-43CD-8A5F-1F7E4629D895}" type="presParOf" srcId="{4C72118A-E8B9-43DD-8308-772DE73F168A}" destId="{3741EC23-0B4B-4147-A567-7D4AC82B9347}" srcOrd="4" destOrd="0" presId="urn:microsoft.com/office/officeart/2018/5/layout/IconCircleLabelList"/>
    <dgm:cxn modelId="{FAE67510-5A61-4E7B-8B27-E66CDC591412}" type="presParOf" srcId="{3741EC23-0B4B-4147-A567-7D4AC82B9347}" destId="{8130E19D-3E74-4D02-BA90-E38D0E876767}" srcOrd="0" destOrd="0" presId="urn:microsoft.com/office/officeart/2018/5/layout/IconCircleLabelList"/>
    <dgm:cxn modelId="{92255F95-EA5D-4A4A-82CC-703A274ADBF0}" type="presParOf" srcId="{3741EC23-0B4B-4147-A567-7D4AC82B9347}" destId="{3D0DB885-5EEE-46FD-AE1B-5155D6D9018D}" srcOrd="1" destOrd="0" presId="urn:microsoft.com/office/officeart/2018/5/layout/IconCircleLabelList"/>
    <dgm:cxn modelId="{B284E793-9CF2-4765-8D9A-B2AB455399A5}" type="presParOf" srcId="{3741EC23-0B4B-4147-A567-7D4AC82B9347}" destId="{65794CD1-F625-4879-9656-B28E79C3DEF2}" srcOrd="2" destOrd="0" presId="urn:microsoft.com/office/officeart/2018/5/layout/IconCircleLabelList"/>
    <dgm:cxn modelId="{D4A63852-529E-4701-908F-728918172293}" type="presParOf" srcId="{3741EC23-0B4B-4147-A567-7D4AC82B9347}" destId="{120695FE-5ECB-4284-9D17-F33DE97BCF77}" srcOrd="3" destOrd="0" presId="urn:microsoft.com/office/officeart/2018/5/layout/IconCircleLabelList"/>
    <dgm:cxn modelId="{57D3A298-65DB-4FEE-9A79-14DFAB185CD1}" type="presParOf" srcId="{4C72118A-E8B9-43DD-8308-772DE73F168A}" destId="{2359F7B7-64C3-402F-BC37-3D51FC9FF3EE}" srcOrd="5" destOrd="0" presId="urn:microsoft.com/office/officeart/2018/5/layout/IconCircleLabelList"/>
    <dgm:cxn modelId="{3EF32CE0-EC8F-40F4-9D04-8E7E13673FF7}" type="presParOf" srcId="{4C72118A-E8B9-43DD-8308-772DE73F168A}" destId="{2D82E757-8E8C-4C29-9361-C21525E8AE50}" srcOrd="6" destOrd="0" presId="urn:microsoft.com/office/officeart/2018/5/layout/IconCircleLabelList"/>
    <dgm:cxn modelId="{3070274E-AED8-4EFA-9663-0C1BED6ED9A6}" type="presParOf" srcId="{2D82E757-8E8C-4C29-9361-C21525E8AE50}" destId="{DD6ED677-0009-49FF-8F39-08C394BDD5BD}" srcOrd="0" destOrd="0" presId="urn:microsoft.com/office/officeart/2018/5/layout/IconCircleLabelList"/>
    <dgm:cxn modelId="{39D3D456-3E10-4E6C-B0FD-639A9AC745B7}" type="presParOf" srcId="{2D82E757-8E8C-4C29-9361-C21525E8AE50}" destId="{58E6BEAE-CCAF-4C10-939E-B75DF6DD0B96}" srcOrd="1" destOrd="0" presId="urn:microsoft.com/office/officeart/2018/5/layout/IconCircleLabelList"/>
    <dgm:cxn modelId="{522E1F71-70F5-4C56-8E26-2D85698A68FD}" type="presParOf" srcId="{2D82E757-8E8C-4C29-9361-C21525E8AE50}" destId="{5C5D07EF-A1AB-45E8-AA2B-20D8A8471EFF}" srcOrd="2" destOrd="0" presId="urn:microsoft.com/office/officeart/2018/5/layout/IconCircleLabelList"/>
    <dgm:cxn modelId="{DA8D8FF6-B26C-49AD-922C-F481AE2098D1}" type="presParOf" srcId="{2D82E757-8E8C-4C29-9361-C21525E8AE50}" destId="{3C744370-DBC0-447B-A9B4-12FE359652E0}" srcOrd="3" destOrd="0" presId="urn:microsoft.com/office/officeart/2018/5/layout/IconCircleLabelList"/>
    <dgm:cxn modelId="{A6B22CC6-D048-48DB-A591-482A6D61A4A1}" type="presParOf" srcId="{4C72118A-E8B9-43DD-8308-772DE73F168A}" destId="{974C2F8B-A696-4234-9830-D3B255272418}" srcOrd="7" destOrd="0" presId="urn:microsoft.com/office/officeart/2018/5/layout/IconCircleLabelList"/>
    <dgm:cxn modelId="{4106F8F0-9229-4A51-B153-DC829DE3209F}" type="presParOf" srcId="{4C72118A-E8B9-43DD-8308-772DE73F168A}" destId="{DF75C892-5877-43C6-8980-BE4924FCE6B4}" srcOrd="8" destOrd="0" presId="urn:microsoft.com/office/officeart/2018/5/layout/IconCircleLabelList"/>
    <dgm:cxn modelId="{70D5BCA7-5EF1-4C5E-B017-5B7580C60ADF}" type="presParOf" srcId="{DF75C892-5877-43C6-8980-BE4924FCE6B4}" destId="{A87DAE28-3AD7-4B47-AFAE-89FE9CF059D2}" srcOrd="0" destOrd="0" presId="urn:microsoft.com/office/officeart/2018/5/layout/IconCircleLabelList"/>
    <dgm:cxn modelId="{5CF77B4A-02B8-4FF3-9C46-51C116BB5BDA}" type="presParOf" srcId="{DF75C892-5877-43C6-8980-BE4924FCE6B4}" destId="{620AA7D5-5D14-4485-B002-3CCFF29DE565}" srcOrd="1" destOrd="0" presId="urn:microsoft.com/office/officeart/2018/5/layout/IconCircleLabelList"/>
    <dgm:cxn modelId="{10F26294-09FC-4DB8-8E75-228175D43689}" type="presParOf" srcId="{DF75C892-5877-43C6-8980-BE4924FCE6B4}" destId="{A9E06545-F9F2-4487-BB10-395A61928DA7}" srcOrd="2" destOrd="0" presId="urn:microsoft.com/office/officeart/2018/5/layout/IconCircleLabelList"/>
    <dgm:cxn modelId="{0EE26CD9-4DC9-4633-88CF-6DFA1DF4AE24}" type="presParOf" srcId="{DF75C892-5877-43C6-8980-BE4924FCE6B4}" destId="{5BF84B39-8987-4A36-8926-A7FC060292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06B617-2531-4DB9-8886-E1CF277A71C9}" type="doc">
      <dgm:prSet loTypeId="urn:microsoft.com/office/officeart/2018/2/layout/IconCircleList" loCatId="icon" qsTypeId="urn:microsoft.com/office/officeart/2005/8/quickstyle/simple1#63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4B394C5B-8B62-4523-8CBA-7681934B9FE8}">
      <dgm:prSet custT="1"/>
      <dgm:spPr/>
      <dgm:t>
        <a:bodyPr/>
        <a:lstStyle/>
        <a:p>
          <a:r>
            <a:rPr lang="en-IN" sz="1800" b="1" dirty="0">
              <a:latin typeface="Georgia" panose="02040502050405020303" pitchFamily="18" charset="0"/>
            </a:rPr>
            <a:t>Educational Content</a:t>
          </a:r>
          <a:r>
            <a:rPr lang="en-IN" sz="1800" dirty="0">
              <a:latin typeface="Georgia" panose="02040502050405020303" pitchFamily="18" charset="0"/>
            </a:rPr>
            <a:t> — Create useful language-learning tips, guides, and beginner resources.</a:t>
          </a:r>
          <a:endParaRPr lang="en-US" sz="1800" dirty="0">
            <a:latin typeface="Georgia" panose="02040502050405020303" pitchFamily="18" charset="0"/>
          </a:endParaRPr>
        </a:p>
      </dgm:t>
    </dgm:pt>
    <dgm:pt modelId="{ACB65B4C-ED25-4A7E-9803-0680EED3260C}" type="parTrans" cxnId="{6A1756FA-1A79-4373-98B6-3F881AB6B18E}">
      <dgm:prSet/>
      <dgm:spPr/>
      <dgm:t>
        <a:bodyPr/>
        <a:lstStyle/>
        <a:p>
          <a:endParaRPr lang="en-US"/>
        </a:p>
      </dgm:t>
    </dgm:pt>
    <dgm:pt modelId="{DBD49761-CB47-4BF7-BDA8-C8CDCCB706EE}" type="sibTrans" cxnId="{6A1756FA-1A79-4373-98B6-3F881AB6B18E}">
      <dgm:prSet/>
      <dgm:spPr/>
      <dgm:t>
        <a:bodyPr/>
        <a:lstStyle/>
        <a:p>
          <a:endParaRPr lang="en-US"/>
        </a:p>
      </dgm:t>
    </dgm:pt>
    <dgm:pt modelId="{3AD5DF3D-90C3-467C-8397-3081B2501658}">
      <dgm:prSet custT="1"/>
      <dgm:spPr/>
      <dgm:t>
        <a:bodyPr/>
        <a:lstStyle/>
        <a:p>
          <a:r>
            <a:rPr lang="en-IN" sz="1800" b="1" dirty="0">
              <a:latin typeface="Georgia" panose="02040502050405020303" pitchFamily="18" charset="0"/>
            </a:rPr>
            <a:t>Picture-Based Learning</a:t>
          </a:r>
          <a:r>
            <a:rPr lang="en-IN" sz="1800" dirty="0">
              <a:latin typeface="Georgia" panose="02040502050405020303" pitchFamily="18" charset="0"/>
            </a:rPr>
            <a:t> — Use images and visual examples to make vocabulary easier to understand.</a:t>
          </a:r>
          <a:endParaRPr lang="en-US" sz="1800" dirty="0">
            <a:latin typeface="Georgia" panose="02040502050405020303" pitchFamily="18" charset="0"/>
          </a:endParaRPr>
        </a:p>
      </dgm:t>
    </dgm:pt>
    <dgm:pt modelId="{DBBD29EC-8AE8-484F-9AD3-5B2E06F15FED}" type="parTrans" cxnId="{7D79952D-E8FB-404A-AB76-662B8C358F3C}">
      <dgm:prSet/>
      <dgm:spPr/>
      <dgm:t>
        <a:bodyPr/>
        <a:lstStyle/>
        <a:p>
          <a:endParaRPr lang="en-US"/>
        </a:p>
      </dgm:t>
    </dgm:pt>
    <dgm:pt modelId="{A6216790-3070-4133-BCAA-B08E2AD9FDA8}" type="sibTrans" cxnId="{7D79952D-E8FB-404A-AB76-662B8C358F3C}">
      <dgm:prSet/>
      <dgm:spPr/>
      <dgm:t>
        <a:bodyPr/>
        <a:lstStyle/>
        <a:p>
          <a:endParaRPr lang="en-US"/>
        </a:p>
      </dgm:t>
    </dgm:pt>
    <dgm:pt modelId="{C3C45F29-5508-44B9-8E2C-6D192B2A8DA7}">
      <dgm:prSet custT="1"/>
      <dgm:spPr/>
      <dgm:t>
        <a:bodyPr/>
        <a:lstStyle/>
        <a:p>
          <a:r>
            <a:rPr lang="en-IN" sz="1800" b="1" dirty="0">
              <a:latin typeface="Georgia" panose="02040502050405020303" pitchFamily="18" charset="0"/>
            </a:rPr>
            <a:t>Language Challenges</a:t>
          </a:r>
          <a:r>
            <a:rPr lang="en-IN" sz="1800" dirty="0">
              <a:latin typeface="Georgia" panose="02040502050405020303" pitchFamily="18" charset="0"/>
            </a:rPr>
            <a:t> — Create short challenges that encourage users to practice regularly.</a:t>
          </a:r>
          <a:endParaRPr lang="en-US" sz="1800" dirty="0">
            <a:latin typeface="Georgia" panose="02040502050405020303" pitchFamily="18" charset="0"/>
          </a:endParaRPr>
        </a:p>
      </dgm:t>
    </dgm:pt>
    <dgm:pt modelId="{0CD866E6-B796-44D8-BA53-0C00B3251FB9}" type="parTrans" cxnId="{301B5A99-9F5A-4163-A23C-88BA8477A440}">
      <dgm:prSet/>
      <dgm:spPr/>
      <dgm:t>
        <a:bodyPr/>
        <a:lstStyle/>
        <a:p>
          <a:endParaRPr lang="en-US"/>
        </a:p>
      </dgm:t>
    </dgm:pt>
    <dgm:pt modelId="{2C65C8A0-E10E-442C-8333-33C3BB49D0AC}" type="sibTrans" cxnId="{301B5A99-9F5A-4163-A23C-88BA8477A440}">
      <dgm:prSet/>
      <dgm:spPr/>
      <dgm:t>
        <a:bodyPr/>
        <a:lstStyle/>
        <a:p>
          <a:endParaRPr lang="en-US"/>
        </a:p>
      </dgm:t>
    </dgm:pt>
    <dgm:pt modelId="{7D307E14-3C54-4EC3-9F09-394F664F2D03}">
      <dgm:prSet custT="1"/>
      <dgm:spPr/>
      <dgm:t>
        <a:bodyPr/>
        <a:lstStyle/>
        <a:p>
          <a:r>
            <a:rPr lang="en-IN" sz="1800" b="1" dirty="0">
              <a:latin typeface="Georgia" panose="02040502050405020303" pitchFamily="18" charset="0"/>
            </a:rPr>
            <a:t>Blog Content</a:t>
          </a:r>
          <a:r>
            <a:rPr lang="en-IN" sz="1800" dirty="0">
              <a:latin typeface="Georgia" panose="02040502050405020303" pitchFamily="18" charset="0"/>
            </a:rPr>
            <a:t> — Publish SEO-friendly articles targeting language-learning keywords.</a:t>
          </a:r>
          <a:endParaRPr lang="en-US" sz="1800" dirty="0">
            <a:latin typeface="Georgia" panose="02040502050405020303" pitchFamily="18" charset="0"/>
          </a:endParaRPr>
        </a:p>
      </dgm:t>
    </dgm:pt>
    <dgm:pt modelId="{B0B3E719-7F52-4239-87AD-F8A33B3D2326}" type="parTrans" cxnId="{F29981AE-5340-4F9D-BADF-BB526049C9D1}">
      <dgm:prSet/>
      <dgm:spPr/>
      <dgm:t>
        <a:bodyPr/>
        <a:lstStyle/>
        <a:p>
          <a:endParaRPr lang="en-US"/>
        </a:p>
      </dgm:t>
    </dgm:pt>
    <dgm:pt modelId="{DA759B3B-2EE1-483D-97B0-84BAF9ECD235}" type="sibTrans" cxnId="{F29981AE-5340-4F9D-BADF-BB526049C9D1}">
      <dgm:prSet/>
      <dgm:spPr/>
      <dgm:t>
        <a:bodyPr/>
        <a:lstStyle/>
        <a:p>
          <a:endParaRPr lang="en-US"/>
        </a:p>
      </dgm:t>
    </dgm:pt>
    <dgm:pt modelId="{8EEB72F1-651F-46F3-9152-34385735EC7D}">
      <dgm:prSet custT="1"/>
      <dgm:spPr/>
      <dgm:t>
        <a:bodyPr/>
        <a:lstStyle/>
        <a:p>
          <a:r>
            <a:rPr lang="en-IN" sz="1800" b="1" dirty="0">
              <a:latin typeface="Georgia" panose="02040502050405020303" pitchFamily="18" charset="0"/>
            </a:rPr>
            <a:t>User Engagement</a:t>
          </a:r>
          <a:r>
            <a:rPr lang="en-IN" sz="1800" dirty="0">
              <a:latin typeface="Georgia" panose="02040502050405020303" pitchFamily="18" charset="0"/>
            </a:rPr>
            <a:t> — Encourage comments, shares, and participation through interactive content.</a:t>
          </a:r>
          <a:endParaRPr lang="en-US" sz="1800" dirty="0">
            <a:latin typeface="Georgia" panose="02040502050405020303" pitchFamily="18" charset="0"/>
          </a:endParaRPr>
        </a:p>
      </dgm:t>
    </dgm:pt>
    <dgm:pt modelId="{877C54CA-E911-4B66-85A6-DB25FF6A1326}" type="parTrans" cxnId="{995F182E-048B-4880-A28B-B7DA4B7B5B2B}">
      <dgm:prSet/>
      <dgm:spPr/>
      <dgm:t>
        <a:bodyPr/>
        <a:lstStyle/>
        <a:p>
          <a:endParaRPr lang="en-US"/>
        </a:p>
      </dgm:t>
    </dgm:pt>
    <dgm:pt modelId="{E24A8677-F579-47EF-8285-19CE0655AB82}" type="sibTrans" cxnId="{995F182E-048B-4880-A28B-B7DA4B7B5B2B}">
      <dgm:prSet/>
      <dgm:spPr/>
      <dgm:t>
        <a:bodyPr/>
        <a:lstStyle/>
        <a:p>
          <a:endParaRPr lang="en-US"/>
        </a:p>
      </dgm:t>
    </dgm:pt>
    <dgm:pt modelId="{7BAC91A4-C104-451E-8CE3-8188C27E0F15}" type="pres">
      <dgm:prSet presAssocID="{3F06B617-2531-4DB9-8886-E1CF277A71C9}" presName="root" presStyleCnt="0">
        <dgm:presLayoutVars>
          <dgm:dir/>
          <dgm:resizeHandles val="exact"/>
        </dgm:presLayoutVars>
      </dgm:prSet>
      <dgm:spPr/>
    </dgm:pt>
    <dgm:pt modelId="{F96D5AF8-52E1-4CDC-8CBA-E525BF246A0F}" type="pres">
      <dgm:prSet presAssocID="{3F06B617-2531-4DB9-8886-E1CF277A71C9}" presName="container" presStyleCnt="0">
        <dgm:presLayoutVars>
          <dgm:dir/>
          <dgm:resizeHandles val="exact"/>
        </dgm:presLayoutVars>
      </dgm:prSet>
      <dgm:spPr/>
    </dgm:pt>
    <dgm:pt modelId="{3D16F1A2-C628-4D14-A65E-C5DDDAF5FE32}" type="pres">
      <dgm:prSet presAssocID="{4B394C5B-8B62-4523-8CBA-7681934B9FE8}" presName="compNode" presStyleCnt="0"/>
      <dgm:spPr/>
    </dgm:pt>
    <dgm:pt modelId="{A00F8E88-9E6D-4309-AEB6-3EC3ED2446FF}" type="pres">
      <dgm:prSet presAssocID="{4B394C5B-8B62-4523-8CBA-7681934B9FE8}" presName="iconBgRect" presStyleLbl="bgShp" presStyleIdx="0" presStyleCnt="5"/>
      <dgm:spPr/>
    </dgm:pt>
    <dgm:pt modelId="{BA0A4156-210E-42E0-8D31-BFCC7BEC0AA8}" type="pres">
      <dgm:prSet presAssocID="{4B394C5B-8B62-4523-8CBA-7681934B9FE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ackboard"/>
        </a:ext>
      </dgm:extLst>
    </dgm:pt>
    <dgm:pt modelId="{DBE020F3-5EE1-46F1-A349-71B221AEAFD9}" type="pres">
      <dgm:prSet presAssocID="{4B394C5B-8B62-4523-8CBA-7681934B9FE8}" presName="spaceRect" presStyleCnt="0"/>
      <dgm:spPr/>
    </dgm:pt>
    <dgm:pt modelId="{638C67D0-FB00-4A16-B395-485F7C3AD647}" type="pres">
      <dgm:prSet presAssocID="{4B394C5B-8B62-4523-8CBA-7681934B9FE8}" presName="textRect" presStyleLbl="revTx" presStyleIdx="0" presStyleCnt="5">
        <dgm:presLayoutVars>
          <dgm:chMax val="1"/>
          <dgm:chPref val="1"/>
        </dgm:presLayoutVars>
      </dgm:prSet>
      <dgm:spPr/>
    </dgm:pt>
    <dgm:pt modelId="{E41B9D9E-1A7C-4101-A8A0-F969908EDA0F}" type="pres">
      <dgm:prSet presAssocID="{DBD49761-CB47-4BF7-BDA8-C8CDCCB706EE}" presName="sibTrans" presStyleLbl="sibTrans2D1" presStyleIdx="0" presStyleCnt="0"/>
      <dgm:spPr/>
    </dgm:pt>
    <dgm:pt modelId="{6783C004-87C3-4153-80F0-FCC8E4E0A6B4}" type="pres">
      <dgm:prSet presAssocID="{3AD5DF3D-90C3-467C-8397-3081B2501658}" presName="compNode" presStyleCnt="0"/>
      <dgm:spPr/>
    </dgm:pt>
    <dgm:pt modelId="{6BAEF932-6B4F-4602-8518-3A24257662EE}" type="pres">
      <dgm:prSet presAssocID="{3AD5DF3D-90C3-467C-8397-3081B2501658}" presName="iconBgRect" presStyleLbl="bgShp" presStyleIdx="1" presStyleCnt="5"/>
      <dgm:spPr/>
    </dgm:pt>
    <dgm:pt modelId="{D831132C-3B5D-4B88-9758-D4768CF51BA5}" type="pres">
      <dgm:prSet presAssocID="{3AD5DF3D-90C3-467C-8397-3081B250165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"/>
        </a:ext>
      </dgm:extLst>
    </dgm:pt>
    <dgm:pt modelId="{2FFBA25A-5A15-4967-9584-1C396B664CE6}" type="pres">
      <dgm:prSet presAssocID="{3AD5DF3D-90C3-467C-8397-3081B2501658}" presName="spaceRect" presStyleCnt="0"/>
      <dgm:spPr/>
    </dgm:pt>
    <dgm:pt modelId="{DB0CE56D-6AF4-447B-AEAB-0E9D236E64A7}" type="pres">
      <dgm:prSet presAssocID="{3AD5DF3D-90C3-467C-8397-3081B2501658}" presName="textRect" presStyleLbl="revTx" presStyleIdx="1" presStyleCnt="5">
        <dgm:presLayoutVars>
          <dgm:chMax val="1"/>
          <dgm:chPref val="1"/>
        </dgm:presLayoutVars>
      </dgm:prSet>
      <dgm:spPr/>
    </dgm:pt>
    <dgm:pt modelId="{376CE310-0F5D-410D-B1AA-288C47759FC3}" type="pres">
      <dgm:prSet presAssocID="{A6216790-3070-4133-BCAA-B08E2AD9FDA8}" presName="sibTrans" presStyleLbl="sibTrans2D1" presStyleIdx="0" presStyleCnt="0"/>
      <dgm:spPr/>
    </dgm:pt>
    <dgm:pt modelId="{77CFA962-C006-48AA-9072-A41A92C1E55B}" type="pres">
      <dgm:prSet presAssocID="{C3C45F29-5508-44B9-8E2C-6D192B2A8DA7}" presName="compNode" presStyleCnt="0"/>
      <dgm:spPr/>
    </dgm:pt>
    <dgm:pt modelId="{99BE062B-381C-49D4-83C1-9C47C0DAF1C6}" type="pres">
      <dgm:prSet presAssocID="{C3C45F29-5508-44B9-8E2C-6D192B2A8DA7}" presName="iconBgRect" presStyleLbl="bgShp" presStyleIdx="2" presStyleCnt="5"/>
      <dgm:spPr/>
    </dgm:pt>
    <dgm:pt modelId="{1E1F9218-1B79-4C83-9B1C-B9B60896D4D4}" type="pres">
      <dgm:prSet presAssocID="{C3C45F29-5508-44B9-8E2C-6D192B2A8DA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1936459-7F1F-4D7C-982D-BD10641DA374}" type="pres">
      <dgm:prSet presAssocID="{C3C45F29-5508-44B9-8E2C-6D192B2A8DA7}" presName="spaceRect" presStyleCnt="0"/>
      <dgm:spPr/>
    </dgm:pt>
    <dgm:pt modelId="{D77C0344-6E56-4655-A211-D5DC42607A67}" type="pres">
      <dgm:prSet presAssocID="{C3C45F29-5508-44B9-8E2C-6D192B2A8DA7}" presName="textRect" presStyleLbl="revTx" presStyleIdx="2" presStyleCnt="5">
        <dgm:presLayoutVars>
          <dgm:chMax val="1"/>
          <dgm:chPref val="1"/>
        </dgm:presLayoutVars>
      </dgm:prSet>
      <dgm:spPr/>
    </dgm:pt>
    <dgm:pt modelId="{58D0E9E0-6E72-41E2-AB6E-B6FF00FA7546}" type="pres">
      <dgm:prSet presAssocID="{2C65C8A0-E10E-442C-8333-33C3BB49D0AC}" presName="sibTrans" presStyleLbl="sibTrans2D1" presStyleIdx="0" presStyleCnt="0"/>
      <dgm:spPr/>
    </dgm:pt>
    <dgm:pt modelId="{2C226DC3-3455-44A1-A366-A2E161D94A69}" type="pres">
      <dgm:prSet presAssocID="{7D307E14-3C54-4EC3-9F09-394F664F2D03}" presName="compNode" presStyleCnt="0"/>
      <dgm:spPr/>
    </dgm:pt>
    <dgm:pt modelId="{F7A26004-21C3-4127-807A-296FEA9D857D}" type="pres">
      <dgm:prSet presAssocID="{7D307E14-3C54-4EC3-9F09-394F664F2D03}" presName="iconBgRect" presStyleLbl="bgShp" presStyleIdx="3" presStyleCnt="5"/>
      <dgm:spPr/>
    </dgm:pt>
    <dgm:pt modelId="{3CA9C84A-C4A0-4A9F-9B35-7DE2940231FD}" type="pres">
      <dgm:prSet presAssocID="{7D307E14-3C54-4EC3-9F09-394F664F2D0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5B7B6E82-EE35-4AE5-B6A8-8C0C87354B87}" type="pres">
      <dgm:prSet presAssocID="{7D307E14-3C54-4EC3-9F09-394F664F2D03}" presName="spaceRect" presStyleCnt="0"/>
      <dgm:spPr/>
    </dgm:pt>
    <dgm:pt modelId="{6E05667D-EA81-4FC4-BF07-7101E745E05B}" type="pres">
      <dgm:prSet presAssocID="{7D307E14-3C54-4EC3-9F09-394F664F2D03}" presName="textRect" presStyleLbl="revTx" presStyleIdx="3" presStyleCnt="5">
        <dgm:presLayoutVars>
          <dgm:chMax val="1"/>
          <dgm:chPref val="1"/>
        </dgm:presLayoutVars>
      </dgm:prSet>
      <dgm:spPr/>
    </dgm:pt>
    <dgm:pt modelId="{F863458F-EE9C-4749-BA98-CC77C4177E06}" type="pres">
      <dgm:prSet presAssocID="{DA759B3B-2EE1-483D-97B0-84BAF9ECD235}" presName="sibTrans" presStyleLbl="sibTrans2D1" presStyleIdx="0" presStyleCnt="0"/>
      <dgm:spPr/>
    </dgm:pt>
    <dgm:pt modelId="{AD2DE293-DAE3-46C2-BE4E-0AD498B7B8C4}" type="pres">
      <dgm:prSet presAssocID="{8EEB72F1-651F-46F3-9152-34385735EC7D}" presName="compNode" presStyleCnt="0"/>
      <dgm:spPr/>
    </dgm:pt>
    <dgm:pt modelId="{DD0CE457-EA46-4B5E-9F11-A93794BEF874}" type="pres">
      <dgm:prSet presAssocID="{8EEB72F1-651F-46F3-9152-34385735EC7D}" presName="iconBgRect" presStyleLbl="bgShp" presStyleIdx="4" presStyleCnt="5"/>
      <dgm:spPr/>
    </dgm:pt>
    <dgm:pt modelId="{7C3C3597-65F2-4419-AD21-E6A35C492A0D}" type="pres">
      <dgm:prSet presAssocID="{8EEB72F1-651F-46F3-9152-34385735EC7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0E2D89B-8F9F-485C-AA33-4684EC136DE0}" type="pres">
      <dgm:prSet presAssocID="{8EEB72F1-651F-46F3-9152-34385735EC7D}" presName="spaceRect" presStyleCnt="0"/>
      <dgm:spPr/>
    </dgm:pt>
    <dgm:pt modelId="{AF72ACF2-4FEA-45D9-B51B-91869844DC71}" type="pres">
      <dgm:prSet presAssocID="{8EEB72F1-651F-46F3-9152-34385735EC7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54E932D-6764-439A-89F0-9BB74C20FFAC}" type="presOf" srcId="{3F06B617-2531-4DB9-8886-E1CF277A71C9}" destId="{7BAC91A4-C104-451E-8CE3-8188C27E0F15}" srcOrd="0" destOrd="0" presId="urn:microsoft.com/office/officeart/2018/2/layout/IconCircleList"/>
    <dgm:cxn modelId="{7D79952D-E8FB-404A-AB76-662B8C358F3C}" srcId="{3F06B617-2531-4DB9-8886-E1CF277A71C9}" destId="{3AD5DF3D-90C3-467C-8397-3081B2501658}" srcOrd="1" destOrd="0" parTransId="{DBBD29EC-8AE8-484F-9AD3-5B2E06F15FED}" sibTransId="{A6216790-3070-4133-BCAA-B08E2AD9FDA8}"/>
    <dgm:cxn modelId="{995F182E-048B-4880-A28B-B7DA4B7B5B2B}" srcId="{3F06B617-2531-4DB9-8886-E1CF277A71C9}" destId="{8EEB72F1-651F-46F3-9152-34385735EC7D}" srcOrd="4" destOrd="0" parTransId="{877C54CA-E911-4B66-85A6-DB25FF6A1326}" sibTransId="{E24A8677-F579-47EF-8285-19CE0655AB82}"/>
    <dgm:cxn modelId="{D6117D5D-BD39-4AA7-85DE-BE2B02EC6008}" type="presOf" srcId="{C3C45F29-5508-44B9-8E2C-6D192B2A8DA7}" destId="{D77C0344-6E56-4655-A211-D5DC42607A67}" srcOrd="0" destOrd="0" presId="urn:microsoft.com/office/officeart/2018/2/layout/IconCircleList"/>
    <dgm:cxn modelId="{B23CF085-B2C8-4E19-8511-5770C405EEC2}" type="presOf" srcId="{A6216790-3070-4133-BCAA-B08E2AD9FDA8}" destId="{376CE310-0F5D-410D-B1AA-288C47759FC3}" srcOrd="0" destOrd="0" presId="urn:microsoft.com/office/officeart/2018/2/layout/IconCircleList"/>
    <dgm:cxn modelId="{839C558E-49B8-4C89-9485-0BACFFA69DA3}" type="presOf" srcId="{7D307E14-3C54-4EC3-9F09-394F664F2D03}" destId="{6E05667D-EA81-4FC4-BF07-7101E745E05B}" srcOrd="0" destOrd="0" presId="urn:microsoft.com/office/officeart/2018/2/layout/IconCircleList"/>
    <dgm:cxn modelId="{301B5A99-9F5A-4163-A23C-88BA8477A440}" srcId="{3F06B617-2531-4DB9-8886-E1CF277A71C9}" destId="{C3C45F29-5508-44B9-8E2C-6D192B2A8DA7}" srcOrd="2" destOrd="0" parTransId="{0CD866E6-B796-44D8-BA53-0C00B3251FB9}" sibTransId="{2C65C8A0-E10E-442C-8333-33C3BB49D0AC}"/>
    <dgm:cxn modelId="{BF95D59D-F8D7-4238-B5AE-4539FAA36D0D}" type="presOf" srcId="{DBD49761-CB47-4BF7-BDA8-C8CDCCB706EE}" destId="{E41B9D9E-1A7C-4101-A8A0-F969908EDA0F}" srcOrd="0" destOrd="0" presId="urn:microsoft.com/office/officeart/2018/2/layout/IconCircleList"/>
    <dgm:cxn modelId="{F29981AE-5340-4F9D-BADF-BB526049C9D1}" srcId="{3F06B617-2531-4DB9-8886-E1CF277A71C9}" destId="{7D307E14-3C54-4EC3-9F09-394F664F2D03}" srcOrd="3" destOrd="0" parTransId="{B0B3E719-7F52-4239-87AD-F8A33B3D2326}" sibTransId="{DA759B3B-2EE1-483D-97B0-84BAF9ECD235}"/>
    <dgm:cxn modelId="{AA63BDD5-0745-411E-A677-E1E0B8B85CF2}" type="presOf" srcId="{8EEB72F1-651F-46F3-9152-34385735EC7D}" destId="{AF72ACF2-4FEA-45D9-B51B-91869844DC71}" srcOrd="0" destOrd="0" presId="urn:microsoft.com/office/officeart/2018/2/layout/IconCircleList"/>
    <dgm:cxn modelId="{FED72ED7-089D-4035-B4E1-99568CF81380}" type="presOf" srcId="{3AD5DF3D-90C3-467C-8397-3081B2501658}" destId="{DB0CE56D-6AF4-447B-AEAB-0E9D236E64A7}" srcOrd="0" destOrd="0" presId="urn:microsoft.com/office/officeart/2018/2/layout/IconCircleList"/>
    <dgm:cxn modelId="{E18C23EF-1802-412A-B49A-942FBAE2E6C9}" type="presOf" srcId="{4B394C5B-8B62-4523-8CBA-7681934B9FE8}" destId="{638C67D0-FB00-4A16-B395-485F7C3AD647}" srcOrd="0" destOrd="0" presId="urn:microsoft.com/office/officeart/2018/2/layout/IconCircleList"/>
    <dgm:cxn modelId="{5B6911F5-7B77-4937-ACC3-1CFF644B4732}" type="presOf" srcId="{DA759B3B-2EE1-483D-97B0-84BAF9ECD235}" destId="{F863458F-EE9C-4749-BA98-CC77C4177E06}" srcOrd="0" destOrd="0" presId="urn:microsoft.com/office/officeart/2018/2/layout/IconCircleList"/>
    <dgm:cxn modelId="{953771F6-BED2-4193-9A9F-34468EF3B049}" type="presOf" srcId="{2C65C8A0-E10E-442C-8333-33C3BB49D0AC}" destId="{58D0E9E0-6E72-41E2-AB6E-B6FF00FA7546}" srcOrd="0" destOrd="0" presId="urn:microsoft.com/office/officeart/2018/2/layout/IconCircleList"/>
    <dgm:cxn modelId="{6A1756FA-1A79-4373-98B6-3F881AB6B18E}" srcId="{3F06B617-2531-4DB9-8886-E1CF277A71C9}" destId="{4B394C5B-8B62-4523-8CBA-7681934B9FE8}" srcOrd="0" destOrd="0" parTransId="{ACB65B4C-ED25-4A7E-9803-0680EED3260C}" sibTransId="{DBD49761-CB47-4BF7-BDA8-C8CDCCB706EE}"/>
    <dgm:cxn modelId="{2108955B-7AE4-4156-B8E7-067FA51BC3B1}" type="presParOf" srcId="{7BAC91A4-C104-451E-8CE3-8188C27E0F15}" destId="{F96D5AF8-52E1-4CDC-8CBA-E525BF246A0F}" srcOrd="0" destOrd="0" presId="urn:microsoft.com/office/officeart/2018/2/layout/IconCircleList"/>
    <dgm:cxn modelId="{D4D67642-F5F1-4BDD-A160-69F20CB6FAFA}" type="presParOf" srcId="{F96D5AF8-52E1-4CDC-8CBA-E525BF246A0F}" destId="{3D16F1A2-C628-4D14-A65E-C5DDDAF5FE32}" srcOrd="0" destOrd="0" presId="urn:microsoft.com/office/officeart/2018/2/layout/IconCircleList"/>
    <dgm:cxn modelId="{F5F125FF-24A3-4996-B236-20D9DE0765E8}" type="presParOf" srcId="{3D16F1A2-C628-4D14-A65E-C5DDDAF5FE32}" destId="{A00F8E88-9E6D-4309-AEB6-3EC3ED2446FF}" srcOrd="0" destOrd="0" presId="urn:microsoft.com/office/officeart/2018/2/layout/IconCircleList"/>
    <dgm:cxn modelId="{0F157CE4-BCC5-42F8-A7F1-030629DDAF9F}" type="presParOf" srcId="{3D16F1A2-C628-4D14-A65E-C5DDDAF5FE32}" destId="{BA0A4156-210E-42E0-8D31-BFCC7BEC0AA8}" srcOrd="1" destOrd="0" presId="urn:microsoft.com/office/officeart/2018/2/layout/IconCircleList"/>
    <dgm:cxn modelId="{7220EB80-E933-4942-8C36-BFE8A86DFCA9}" type="presParOf" srcId="{3D16F1A2-C628-4D14-A65E-C5DDDAF5FE32}" destId="{DBE020F3-5EE1-46F1-A349-71B221AEAFD9}" srcOrd="2" destOrd="0" presId="urn:microsoft.com/office/officeart/2018/2/layout/IconCircleList"/>
    <dgm:cxn modelId="{1DAB7771-DEC2-4DDF-A309-1CB8AE4B18CC}" type="presParOf" srcId="{3D16F1A2-C628-4D14-A65E-C5DDDAF5FE32}" destId="{638C67D0-FB00-4A16-B395-485F7C3AD647}" srcOrd="3" destOrd="0" presId="urn:microsoft.com/office/officeart/2018/2/layout/IconCircleList"/>
    <dgm:cxn modelId="{EF0D0E24-97B1-4673-922C-E8F34445328F}" type="presParOf" srcId="{F96D5AF8-52E1-4CDC-8CBA-E525BF246A0F}" destId="{E41B9D9E-1A7C-4101-A8A0-F969908EDA0F}" srcOrd="1" destOrd="0" presId="urn:microsoft.com/office/officeart/2018/2/layout/IconCircleList"/>
    <dgm:cxn modelId="{5E0B89EF-3525-40DA-8B72-857F1496147C}" type="presParOf" srcId="{F96D5AF8-52E1-4CDC-8CBA-E525BF246A0F}" destId="{6783C004-87C3-4153-80F0-FCC8E4E0A6B4}" srcOrd="2" destOrd="0" presId="urn:microsoft.com/office/officeart/2018/2/layout/IconCircleList"/>
    <dgm:cxn modelId="{5EAF2DF8-8FAD-4F47-BFB0-E3FDD1BC92AC}" type="presParOf" srcId="{6783C004-87C3-4153-80F0-FCC8E4E0A6B4}" destId="{6BAEF932-6B4F-4602-8518-3A24257662EE}" srcOrd="0" destOrd="0" presId="urn:microsoft.com/office/officeart/2018/2/layout/IconCircleList"/>
    <dgm:cxn modelId="{E55E6A4D-E4CC-4159-AACC-B454348C970D}" type="presParOf" srcId="{6783C004-87C3-4153-80F0-FCC8E4E0A6B4}" destId="{D831132C-3B5D-4B88-9758-D4768CF51BA5}" srcOrd="1" destOrd="0" presId="urn:microsoft.com/office/officeart/2018/2/layout/IconCircleList"/>
    <dgm:cxn modelId="{BDCD4D56-D8E5-4006-99CA-0D58A1DD9BCC}" type="presParOf" srcId="{6783C004-87C3-4153-80F0-FCC8E4E0A6B4}" destId="{2FFBA25A-5A15-4967-9584-1C396B664CE6}" srcOrd="2" destOrd="0" presId="urn:microsoft.com/office/officeart/2018/2/layout/IconCircleList"/>
    <dgm:cxn modelId="{2B6AB275-76C5-4E9F-B83F-865D573E4449}" type="presParOf" srcId="{6783C004-87C3-4153-80F0-FCC8E4E0A6B4}" destId="{DB0CE56D-6AF4-447B-AEAB-0E9D236E64A7}" srcOrd="3" destOrd="0" presId="urn:microsoft.com/office/officeart/2018/2/layout/IconCircleList"/>
    <dgm:cxn modelId="{9EF21FC1-C69D-408A-B4F6-734100CCF08B}" type="presParOf" srcId="{F96D5AF8-52E1-4CDC-8CBA-E525BF246A0F}" destId="{376CE310-0F5D-410D-B1AA-288C47759FC3}" srcOrd="3" destOrd="0" presId="urn:microsoft.com/office/officeart/2018/2/layout/IconCircleList"/>
    <dgm:cxn modelId="{9F9ED669-5A5C-4E96-937F-C0897EEC936E}" type="presParOf" srcId="{F96D5AF8-52E1-4CDC-8CBA-E525BF246A0F}" destId="{77CFA962-C006-48AA-9072-A41A92C1E55B}" srcOrd="4" destOrd="0" presId="urn:microsoft.com/office/officeart/2018/2/layout/IconCircleList"/>
    <dgm:cxn modelId="{90919451-F91D-4556-B35D-917FDF7E981B}" type="presParOf" srcId="{77CFA962-C006-48AA-9072-A41A92C1E55B}" destId="{99BE062B-381C-49D4-83C1-9C47C0DAF1C6}" srcOrd="0" destOrd="0" presId="urn:microsoft.com/office/officeart/2018/2/layout/IconCircleList"/>
    <dgm:cxn modelId="{6965ED5D-5485-45D6-8A5B-979D1B09732A}" type="presParOf" srcId="{77CFA962-C006-48AA-9072-A41A92C1E55B}" destId="{1E1F9218-1B79-4C83-9B1C-B9B60896D4D4}" srcOrd="1" destOrd="0" presId="urn:microsoft.com/office/officeart/2018/2/layout/IconCircleList"/>
    <dgm:cxn modelId="{CBB8B86A-4712-4643-A686-57D2F9FB5247}" type="presParOf" srcId="{77CFA962-C006-48AA-9072-A41A92C1E55B}" destId="{81936459-7F1F-4D7C-982D-BD10641DA374}" srcOrd="2" destOrd="0" presId="urn:microsoft.com/office/officeart/2018/2/layout/IconCircleList"/>
    <dgm:cxn modelId="{D3CA5ED5-C829-4B04-B829-D02D100F2406}" type="presParOf" srcId="{77CFA962-C006-48AA-9072-A41A92C1E55B}" destId="{D77C0344-6E56-4655-A211-D5DC42607A67}" srcOrd="3" destOrd="0" presId="urn:microsoft.com/office/officeart/2018/2/layout/IconCircleList"/>
    <dgm:cxn modelId="{E30D5C6A-462E-4E1D-A6A2-6F4BE732FFA3}" type="presParOf" srcId="{F96D5AF8-52E1-4CDC-8CBA-E525BF246A0F}" destId="{58D0E9E0-6E72-41E2-AB6E-B6FF00FA7546}" srcOrd="5" destOrd="0" presId="urn:microsoft.com/office/officeart/2018/2/layout/IconCircleList"/>
    <dgm:cxn modelId="{594ED1DD-B5BF-482E-AC77-1139F460CFCC}" type="presParOf" srcId="{F96D5AF8-52E1-4CDC-8CBA-E525BF246A0F}" destId="{2C226DC3-3455-44A1-A366-A2E161D94A69}" srcOrd="6" destOrd="0" presId="urn:microsoft.com/office/officeart/2018/2/layout/IconCircleList"/>
    <dgm:cxn modelId="{1873725E-1767-4D87-AEB5-D43DB52A801D}" type="presParOf" srcId="{2C226DC3-3455-44A1-A366-A2E161D94A69}" destId="{F7A26004-21C3-4127-807A-296FEA9D857D}" srcOrd="0" destOrd="0" presId="urn:microsoft.com/office/officeart/2018/2/layout/IconCircleList"/>
    <dgm:cxn modelId="{269150D0-E580-40CD-8DC6-3F1A6CCCF2E6}" type="presParOf" srcId="{2C226DC3-3455-44A1-A366-A2E161D94A69}" destId="{3CA9C84A-C4A0-4A9F-9B35-7DE2940231FD}" srcOrd="1" destOrd="0" presId="urn:microsoft.com/office/officeart/2018/2/layout/IconCircleList"/>
    <dgm:cxn modelId="{189D984B-0C2E-47EB-8C32-75CF3D2A28B7}" type="presParOf" srcId="{2C226DC3-3455-44A1-A366-A2E161D94A69}" destId="{5B7B6E82-EE35-4AE5-B6A8-8C0C87354B87}" srcOrd="2" destOrd="0" presId="urn:microsoft.com/office/officeart/2018/2/layout/IconCircleList"/>
    <dgm:cxn modelId="{FB5FB68D-17C7-47E8-BD8B-386022F2639F}" type="presParOf" srcId="{2C226DC3-3455-44A1-A366-A2E161D94A69}" destId="{6E05667D-EA81-4FC4-BF07-7101E745E05B}" srcOrd="3" destOrd="0" presId="urn:microsoft.com/office/officeart/2018/2/layout/IconCircleList"/>
    <dgm:cxn modelId="{AC3987A1-1EF6-44BE-AF69-A070E83784EE}" type="presParOf" srcId="{F96D5AF8-52E1-4CDC-8CBA-E525BF246A0F}" destId="{F863458F-EE9C-4749-BA98-CC77C4177E06}" srcOrd="7" destOrd="0" presId="urn:microsoft.com/office/officeart/2018/2/layout/IconCircleList"/>
    <dgm:cxn modelId="{235A9C8A-47AA-49D3-9423-01B2C9842B30}" type="presParOf" srcId="{F96D5AF8-52E1-4CDC-8CBA-E525BF246A0F}" destId="{AD2DE293-DAE3-46C2-BE4E-0AD498B7B8C4}" srcOrd="8" destOrd="0" presId="urn:microsoft.com/office/officeart/2018/2/layout/IconCircleList"/>
    <dgm:cxn modelId="{B5015F3D-C546-494F-B99E-5B491D4D137F}" type="presParOf" srcId="{AD2DE293-DAE3-46C2-BE4E-0AD498B7B8C4}" destId="{DD0CE457-EA46-4B5E-9F11-A93794BEF874}" srcOrd="0" destOrd="0" presId="urn:microsoft.com/office/officeart/2018/2/layout/IconCircleList"/>
    <dgm:cxn modelId="{596644A1-DDC2-48C0-850F-19C00D49CCFC}" type="presParOf" srcId="{AD2DE293-DAE3-46C2-BE4E-0AD498B7B8C4}" destId="{7C3C3597-65F2-4419-AD21-E6A35C492A0D}" srcOrd="1" destOrd="0" presId="urn:microsoft.com/office/officeart/2018/2/layout/IconCircleList"/>
    <dgm:cxn modelId="{20A11313-2F90-4FAC-AAA2-C402928913C4}" type="presParOf" srcId="{AD2DE293-DAE3-46C2-BE4E-0AD498B7B8C4}" destId="{40E2D89B-8F9F-485C-AA33-4684EC136DE0}" srcOrd="2" destOrd="0" presId="urn:microsoft.com/office/officeart/2018/2/layout/IconCircleList"/>
    <dgm:cxn modelId="{3196763F-73ED-4457-B74F-41D2F5F79A4F}" type="presParOf" srcId="{AD2DE293-DAE3-46C2-BE4E-0AD498B7B8C4}" destId="{AF72ACF2-4FEA-45D9-B51B-91869844DC7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80D86C-0B54-439F-AD9D-020F6EEFB680}" type="doc">
      <dgm:prSet loTypeId="urn:microsoft.com/office/officeart/2005/8/layout/default" loCatId="list" qsTypeId="urn:microsoft.com/office/officeart/2005/8/quickstyle/simple1#72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301DFAC3-9C5A-44D1-9121-F594A1CB8627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Instagram Ads</a:t>
          </a:r>
          <a:r>
            <a:rPr lang="en-IN" dirty="0">
              <a:latin typeface="Georgia" panose="02040502050405020303" pitchFamily="18" charset="0"/>
            </a:rPr>
            <a:t> — Promote engaging language-learning content and app/website CTAs. </a:t>
          </a:r>
          <a:endParaRPr lang="en-US" dirty="0">
            <a:latin typeface="Georgia" panose="02040502050405020303" pitchFamily="18" charset="0"/>
          </a:endParaRPr>
        </a:p>
      </dgm:t>
    </dgm:pt>
    <dgm:pt modelId="{B2551EF1-A03F-45F9-9018-E5DCB8D9F4D7}" type="parTrans" cxnId="{2B93AE01-5A36-4FDE-87F4-AC11BD63BAB2}">
      <dgm:prSet/>
      <dgm:spPr/>
      <dgm:t>
        <a:bodyPr/>
        <a:lstStyle/>
        <a:p>
          <a:endParaRPr lang="en-US"/>
        </a:p>
      </dgm:t>
    </dgm:pt>
    <dgm:pt modelId="{1F9E0A9C-A4F2-4369-81EB-EDAC169FBE0E}" type="sibTrans" cxnId="{2B93AE01-5A36-4FDE-87F4-AC11BD63BAB2}">
      <dgm:prSet/>
      <dgm:spPr/>
      <dgm:t>
        <a:bodyPr/>
        <a:lstStyle/>
        <a:p>
          <a:endParaRPr lang="en-US"/>
        </a:p>
      </dgm:t>
    </dgm:pt>
    <dgm:pt modelId="{857AB029-2B68-41D0-ACFA-6DE1D5A19C43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YouTube Ads</a:t>
          </a:r>
          <a:r>
            <a:rPr lang="en-IN" dirty="0">
              <a:latin typeface="Georgia" panose="02040502050405020303" pitchFamily="18" charset="0"/>
            </a:rPr>
            <a:t> — Use short video advertisements to reach potential learners.</a:t>
          </a:r>
          <a:endParaRPr lang="en-US" dirty="0">
            <a:latin typeface="Georgia" panose="02040502050405020303" pitchFamily="18" charset="0"/>
          </a:endParaRPr>
        </a:p>
      </dgm:t>
    </dgm:pt>
    <dgm:pt modelId="{BAAF3210-3E3C-4576-A090-1C0C1CDA502F}" type="parTrans" cxnId="{247898EE-A399-48A7-BD05-199AA4587134}">
      <dgm:prSet/>
      <dgm:spPr/>
      <dgm:t>
        <a:bodyPr/>
        <a:lstStyle/>
        <a:p>
          <a:endParaRPr lang="en-US"/>
        </a:p>
      </dgm:t>
    </dgm:pt>
    <dgm:pt modelId="{56E31553-BB18-41E1-A5C4-5416EBD74E39}" type="sibTrans" cxnId="{247898EE-A399-48A7-BD05-199AA4587134}">
      <dgm:prSet/>
      <dgm:spPr/>
      <dgm:t>
        <a:bodyPr/>
        <a:lstStyle/>
        <a:p>
          <a:endParaRPr lang="en-US"/>
        </a:p>
      </dgm:t>
    </dgm:pt>
    <dgm:pt modelId="{4D2ED4E1-27B6-4618-81F5-A82AF32641FB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Google Ads</a:t>
          </a:r>
          <a:r>
            <a:rPr lang="en-IN" dirty="0">
              <a:latin typeface="Georgia" panose="02040502050405020303" pitchFamily="18" charset="0"/>
            </a:rPr>
            <a:t> — Target users actively searching for language-learning courses and lessons.</a:t>
          </a:r>
          <a:endParaRPr lang="en-US" dirty="0">
            <a:latin typeface="Georgia" panose="02040502050405020303" pitchFamily="18" charset="0"/>
          </a:endParaRPr>
        </a:p>
      </dgm:t>
    </dgm:pt>
    <dgm:pt modelId="{E0181505-747A-42E0-8933-BC27414EF436}" type="parTrans" cxnId="{42B0E75F-87CF-4DE4-9397-C65EE7B87E5A}">
      <dgm:prSet/>
      <dgm:spPr/>
      <dgm:t>
        <a:bodyPr/>
        <a:lstStyle/>
        <a:p>
          <a:endParaRPr lang="en-US"/>
        </a:p>
      </dgm:t>
    </dgm:pt>
    <dgm:pt modelId="{ECBD02DC-748C-4ED3-AA60-8C952C604FBA}" type="sibTrans" cxnId="{42B0E75F-87CF-4DE4-9397-C65EE7B87E5A}">
      <dgm:prSet/>
      <dgm:spPr/>
      <dgm:t>
        <a:bodyPr/>
        <a:lstStyle/>
        <a:p>
          <a:endParaRPr lang="en-US"/>
        </a:p>
      </dgm:t>
    </dgm:pt>
    <dgm:pt modelId="{65D9CDE5-29FF-439E-B72E-E1E2AE3F7D94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Target Audience</a:t>
          </a:r>
          <a:r>
            <a:rPr lang="en-IN" dirty="0">
              <a:latin typeface="Georgia" panose="02040502050405020303" pitchFamily="18" charset="0"/>
            </a:rPr>
            <a:t> — Students, beginners, and people interested in learning new languages.</a:t>
          </a:r>
          <a:endParaRPr lang="en-US" dirty="0">
            <a:latin typeface="Georgia" panose="02040502050405020303" pitchFamily="18" charset="0"/>
          </a:endParaRPr>
        </a:p>
      </dgm:t>
    </dgm:pt>
    <dgm:pt modelId="{EC85AE8B-DC70-4FD2-B082-4B9FE0D1A703}" type="parTrans" cxnId="{56BD04BE-E8E5-4D18-8369-00D16D013D81}">
      <dgm:prSet/>
      <dgm:spPr/>
      <dgm:t>
        <a:bodyPr/>
        <a:lstStyle/>
        <a:p>
          <a:endParaRPr lang="en-US"/>
        </a:p>
      </dgm:t>
    </dgm:pt>
    <dgm:pt modelId="{8DD5FA06-94B3-4C02-9F13-EA5AE22F2A01}" type="sibTrans" cxnId="{56BD04BE-E8E5-4D18-8369-00D16D013D81}">
      <dgm:prSet/>
      <dgm:spPr/>
      <dgm:t>
        <a:bodyPr/>
        <a:lstStyle/>
        <a:p>
          <a:endParaRPr lang="en-US"/>
        </a:p>
      </dgm:t>
    </dgm:pt>
    <dgm:pt modelId="{CD0EDBA4-81B7-498F-B608-9C4AE551B01A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Campaign Goal</a:t>
          </a:r>
          <a:r>
            <a:rPr lang="en-IN" dirty="0">
              <a:latin typeface="Georgia" panose="02040502050405020303" pitchFamily="18" charset="0"/>
            </a:rPr>
            <a:t> — Increase website visits, awareness, engagement, and conversions.</a:t>
          </a:r>
          <a:endParaRPr lang="en-US" dirty="0">
            <a:latin typeface="Georgia" panose="02040502050405020303" pitchFamily="18" charset="0"/>
          </a:endParaRPr>
        </a:p>
      </dgm:t>
    </dgm:pt>
    <dgm:pt modelId="{A429CB88-05CC-4248-B344-686C4A3CAA59}" type="parTrans" cxnId="{0B020946-4DFD-4D80-8AAD-0B75C7B914FC}">
      <dgm:prSet/>
      <dgm:spPr/>
      <dgm:t>
        <a:bodyPr/>
        <a:lstStyle/>
        <a:p>
          <a:endParaRPr lang="en-US"/>
        </a:p>
      </dgm:t>
    </dgm:pt>
    <dgm:pt modelId="{7B1831A8-32A8-445C-A961-0E8CCB2AD002}" type="sibTrans" cxnId="{0B020946-4DFD-4D80-8AAD-0B75C7B914FC}">
      <dgm:prSet/>
      <dgm:spPr/>
      <dgm:t>
        <a:bodyPr/>
        <a:lstStyle/>
        <a:p>
          <a:endParaRPr lang="en-US"/>
        </a:p>
      </dgm:t>
    </dgm:pt>
    <dgm:pt modelId="{FE0A7947-A1A9-404B-A2EE-C8389ADC93C3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Proposed Budget</a:t>
          </a:r>
          <a:r>
            <a:rPr lang="en-IN" dirty="0">
              <a:latin typeface="Georgia" panose="02040502050405020303" pitchFamily="18" charset="0"/>
            </a:rPr>
            <a:t> — Total budget: </a:t>
          </a:r>
          <a:r>
            <a:rPr lang="en-IN" b="1" dirty="0">
              <a:latin typeface="Georgia" panose="02040502050405020303" pitchFamily="18" charset="0"/>
            </a:rPr>
            <a:t>₹10,000</a:t>
          </a:r>
          <a:endParaRPr lang="en-US" dirty="0">
            <a:latin typeface="Georgia" panose="02040502050405020303" pitchFamily="18" charset="0"/>
          </a:endParaRPr>
        </a:p>
      </dgm:t>
    </dgm:pt>
    <dgm:pt modelId="{2D4A8E90-5853-40FB-9DD0-63FB09FAC725}" type="parTrans" cxnId="{3212EDC5-2228-42E5-B37F-DB2283C1E4A7}">
      <dgm:prSet/>
      <dgm:spPr/>
      <dgm:t>
        <a:bodyPr/>
        <a:lstStyle/>
        <a:p>
          <a:endParaRPr lang="en-US"/>
        </a:p>
      </dgm:t>
    </dgm:pt>
    <dgm:pt modelId="{242DFF02-E3D0-4DE2-A0F4-A1E61FEF0C2C}" type="sibTrans" cxnId="{3212EDC5-2228-42E5-B37F-DB2283C1E4A7}">
      <dgm:prSet/>
      <dgm:spPr/>
      <dgm:t>
        <a:bodyPr/>
        <a:lstStyle/>
        <a:p>
          <a:endParaRPr lang="en-US"/>
        </a:p>
      </dgm:t>
    </dgm:pt>
    <dgm:pt modelId="{3BCB6D8C-C6F5-41B7-BA26-1F47573FDBF4}">
      <dgm:prSet/>
      <dgm:spPr/>
      <dgm:t>
        <a:bodyPr/>
        <a:lstStyle/>
        <a:p>
          <a:r>
            <a:rPr lang="en-IN" dirty="0">
              <a:latin typeface="Georgia" panose="02040502050405020303" pitchFamily="18" charset="0"/>
            </a:rPr>
            <a:t>Instagram Ads — ₹5,000 </a:t>
          </a:r>
          <a:endParaRPr lang="en-US" dirty="0">
            <a:latin typeface="Georgia" panose="02040502050405020303" pitchFamily="18" charset="0"/>
          </a:endParaRPr>
        </a:p>
      </dgm:t>
    </dgm:pt>
    <dgm:pt modelId="{3D20108C-47BD-426B-9C30-4E3346598B60}" type="parTrans" cxnId="{208459C7-8049-402D-A633-F264393DE527}">
      <dgm:prSet/>
      <dgm:spPr/>
      <dgm:t>
        <a:bodyPr/>
        <a:lstStyle/>
        <a:p>
          <a:endParaRPr lang="en-US"/>
        </a:p>
      </dgm:t>
    </dgm:pt>
    <dgm:pt modelId="{CCA904D3-8AD2-49BC-B0A7-7E2EA54909FE}" type="sibTrans" cxnId="{208459C7-8049-402D-A633-F264393DE527}">
      <dgm:prSet/>
      <dgm:spPr/>
      <dgm:t>
        <a:bodyPr/>
        <a:lstStyle/>
        <a:p>
          <a:endParaRPr lang="en-US"/>
        </a:p>
      </dgm:t>
    </dgm:pt>
    <dgm:pt modelId="{8154E9CB-E480-4FB3-9D55-E7EE11A025F6}">
      <dgm:prSet/>
      <dgm:spPr/>
      <dgm:t>
        <a:bodyPr/>
        <a:lstStyle/>
        <a:p>
          <a:r>
            <a:rPr lang="en-IN" dirty="0">
              <a:latin typeface="Georgia" panose="02040502050405020303" pitchFamily="18" charset="0"/>
            </a:rPr>
            <a:t>YouTube Ads — ₹3,000 </a:t>
          </a:r>
          <a:endParaRPr lang="en-US" dirty="0">
            <a:latin typeface="Georgia" panose="02040502050405020303" pitchFamily="18" charset="0"/>
          </a:endParaRPr>
        </a:p>
      </dgm:t>
    </dgm:pt>
    <dgm:pt modelId="{C0707104-9C1C-4CB2-A4DD-631FB12D9760}" type="parTrans" cxnId="{10D72F8A-1892-4334-A036-6847D657858D}">
      <dgm:prSet/>
      <dgm:spPr/>
      <dgm:t>
        <a:bodyPr/>
        <a:lstStyle/>
        <a:p>
          <a:endParaRPr lang="en-US"/>
        </a:p>
      </dgm:t>
    </dgm:pt>
    <dgm:pt modelId="{1A011CB2-85D2-4B81-B977-76086272FD49}" type="sibTrans" cxnId="{10D72F8A-1892-4334-A036-6847D657858D}">
      <dgm:prSet/>
      <dgm:spPr/>
      <dgm:t>
        <a:bodyPr/>
        <a:lstStyle/>
        <a:p>
          <a:endParaRPr lang="en-US"/>
        </a:p>
      </dgm:t>
    </dgm:pt>
    <dgm:pt modelId="{90034F05-B275-4ABC-90FC-128B1DED501E}">
      <dgm:prSet/>
      <dgm:spPr/>
      <dgm:t>
        <a:bodyPr/>
        <a:lstStyle/>
        <a:p>
          <a:r>
            <a:rPr lang="en-IN" dirty="0">
              <a:latin typeface="Georgia" panose="02040502050405020303" pitchFamily="18" charset="0"/>
            </a:rPr>
            <a:t>Google Ads — ₹2,000</a:t>
          </a:r>
          <a:endParaRPr lang="en-US" dirty="0">
            <a:latin typeface="Georgia" panose="02040502050405020303" pitchFamily="18" charset="0"/>
          </a:endParaRPr>
        </a:p>
      </dgm:t>
    </dgm:pt>
    <dgm:pt modelId="{4668E850-B611-4968-B4A0-8FF4A46D8933}" type="parTrans" cxnId="{977AFF52-4E9F-43C8-A851-FE6335CA7A63}">
      <dgm:prSet/>
      <dgm:spPr/>
      <dgm:t>
        <a:bodyPr/>
        <a:lstStyle/>
        <a:p>
          <a:endParaRPr lang="en-US"/>
        </a:p>
      </dgm:t>
    </dgm:pt>
    <dgm:pt modelId="{55934F2E-FCDE-4E4D-B913-14378DBDAE90}" type="sibTrans" cxnId="{977AFF52-4E9F-43C8-A851-FE6335CA7A63}">
      <dgm:prSet/>
      <dgm:spPr/>
      <dgm:t>
        <a:bodyPr/>
        <a:lstStyle/>
        <a:p>
          <a:endParaRPr lang="en-US"/>
        </a:p>
      </dgm:t>
    </dgm:pt>
    <dgm:pt modelId="{2FD3031F-5822-4C3E-ACED-0AE0E12D94A1}" type="pres">
      <dgm:prSet presAssocID="{3D80D86C-0B54-439F-AD9D-020F6EEFB680}" presName="diagram" presStyleCnt="0">
        <dgm:presLayoutVars>
          <dgm:dir/>
          <dgm:resizeHandles val="exact"/>
        </dgm:presLayoutVars>
      </dgm:prSet>
      <dgm:spPr/>
    </dgm:pt>
    <dgm:pt modelId="{F0068A94-12DC-40FE-94FE-9306B025FF32}" type="pres">
      <dgm:prSet presAssocID="{301DFAC3-9C5A-44D1-9121-F594A1CB8627}" presName="node" presStyleLbl="node1" presStyleIdx="0" presStyleCnt="9">
        <dgm:presLayoutVars>
          <dgm:bulletEnabled val="1"/>
        </dgm:presLayoutVars>
      </dgm:prSet>
      <dgm:spPr/>
    </dgm:pt>
    <dgm:pt modelId="{2FBBBD6B-ABD4-4597-85B6-303B23D5477C}" type="pres">
      <dgm:prSet presAssocID="{1F9E0A9C-A4F2-4369-81EB-EDAC169FBE0E}" presName="sibTrans" presStyleCnt="0"/>
      <dgm:spPr/>
    </dgm:pt>
    <dgm:pt modelId="{15D43A69-035E-45F4-856C-3E346203A7C7}" type="pres">
      <dgm:prSet presAssocID="{857AB029-2B68-41D0-ACFA-6DE1D5A19C43}" presName="node" presStyleLbl="node1" presStyleIdx="1" presStyleCnt="9">
        <dgm:presLayoutVars>
          <dgm:bulletEnabled val="1"/>
        </dgm:presLayoutVars>
      </dgm:prSet>
      <dgm:spPr/>
    </dgm:pt>
    <dgm:pt modelId="{5E7A6A2E-AEBB-44A6-A91B-4076AEE3EC9A}" type="pres">
      <dgm:prSet presAssocID="{56E31553-BB18-41E1-A5C4-5416EBD74E39}" presName="sibTrans" presStyleCnt="0"/>
      <dgm:spPr/>
    </dgm:pt>
    <dgm:pt modelId="{A7A8D063-748B-467C-A039-EC836BB562EC}" type="pres">
      <dgm:prSet presAssocID="{4D2ED4E1-27B6-4618-81F5-A82AF32641FB}" presName="node" presStyleLbl="node1" presStyleIdx="2" presStyleCnt="9">
        <dgm:presLayoutVars>
          <dgm:bulletEnabled val="1"/>
        </dgm:presLayoutVars>
      </dgm:prSet>
      <dgm:spPr/>
    </dgm:pt>
    <dgm:pt modelId="{141EB3CB-9FE8-4200-95D4-838989F81577}" type="pres">
      <dgm:prSet presAssocID="{ECBD02DC-748C-4ED3-AA60-8C952C604FBA}" presName="sibTrans" presStyleCnt="0"/>
      <dgm:spPr/>
    </dgm:pt>
    <dgm:pt modelId="{F947C172-F6D6-4321-81B2-AEDC989194BB}" type="pres">
      <dgm:prSet presAssocID="{65D9CDE5-29FF-439E-B72E-E1E2AE3F7D94}" presName="node" presStyleLbl="node1" presStyleIdx="3" presStyleCnt="9">
        <dgm:presLayoutVars>
          <dgm:bulletEnabled val="1"/>
        </dgm:presLayoutVars>
      </dgm:prSet>
      <dgm:spPr/>
    </dgm:pt>
    <dgm:pt modelId="{899E428F-9D2E-4C8A-BCDB-21FAEC8BDEF7}" type="pres">
      <dgm:prSet presAssocID="{8DD5FA06-94B3-4C02-9F13-EA5AE22F2A01}" presName="sibTrans" presStyleCnt="0"/>
      <dgm:spPr/>
    </dgm:pt>
    <dgm:pt modelId="{49B4AE8C-5036-4A37-B9E5-5724167F01AD}" type="pres">
      <dgm:prSet presAssocID="{CD0EDBA4-81B7-498F-B608-9C4AE551B01A}" presName="node" presStyleLbl="node1" presStyleIdx="4" presStyleCnt="9">
        <dgm:presLayoutVars>
          <dgm:bulletEnabled val="1"/>
        </dgm:presLayoutVars>
      </dgm:prSet>
      <dgm:spPr/>
    </dgm:pt>
    <dgm:pt modelId="{15A1B30E-B972-48E6-AD08-0A4E502AB668}" type="pres">
      <dgm:prSet presAssocID="{7B1831A8-32A8-445C-A961-0E8CCB2AD002}" presName="sibTrans" presStyleCnt="0"/>
      <dgm:spPr/>
    </dgm:pt>
    <dgm:pt modelId="{3E057CEC-92A3-4FEF-B181-5B6B5F130FD5}" type="pres">
      <dgm:prSet presAssocID="{FE0A7947-A1A9-404B-A2EE-C8389ADC93C3}" presName="node" presStyleLbl="node1" presStyleIdx="5" presStyleCnt="9">
        <dgm:presLayoutVars>
          <dgm:bulletEnabled val="1"/>
        </dgm:presLayoutVars>
      </dgm:prSet>
      <dgm:spPr/>
    </dgm:pt>
    <dgm:pt modelId="{85373E22-7061-45DA-9D87-E5A604580EE1}" type="pres">
      <dgm:prSet presAssocID="{242DFF02-E3D0-4DE2-A0F4-A1E61FEF0C2C}" presName="sibTrans" presStyleCnt="0"/>
      <dgm:spPr/>
    </dgm:pt>
    <dgm:pt modelId="{A00BA16C-1D91-47F9-B7F4-7E0CBD26809E}" type="pres">
      <dgm:prSet presAssocID="{3BCB6D8C-C6F5-41B7-BA26-1F47573FDBF4}" presName="node" presStyleLbl="node1" presStyleIdx="6" presStyleCnt="9">
        <dgm:presLayoutVars>
          <dgm:bulletEnabled val="1"/>
        </dgm:presLayoutVars>
      </dgm:prSet>
      <dgm:spPr/>
    </dgm:pt>
    <dgm:pt modelId="{AEE45BC1-920D-48E4-9889-86B7D2FF2D68}" type="pres">
      <dgm:prSet presAssocID="{CCA904D3-8AD2-49BC-B0A7-7E2EA54909FE}" presName="sibTrans" presStyleCnt="0"/>
      <dgm:spPr/>
    </dgm:pt>
    <dgm:pt modelId="{7838A378-4A9F-4F23-BA4A-8B68D425583C}" type="pres">
      <dgm:prSet presAssocID="{8154E9CB-E480-4FB3-9D55-E7EE11A025F6}" presName="node" presStyleLbl="node1" presStyleIdx="7" presStyleCnt="9">
        <dgm:presLayoutVars>
          <dgm:bulletEnabled val="1"/>
        </dgm:presLayoutVars>
      </dgm:prSet>
      <dgm:spPr/>
    </dgm:pt>
    <dgm:pt modelId="{9C3A6ED4-03F3-477F-AA68-856692CBC89A}" type="pres">
      <dgm:prSet presAssocID="{1A011CB2-85D2-4B81-B977-76086272FD49}" presName="sibTrans" presStyleCnt="0"/>
      <dgm:spPr/>
    </dgm:pt>
    <dgm:pt modelId="{1C4BB854-9A18-4B2C-A39D-121A0A077867}" type="pres">
      <dgm:prSet presAssocID="{90034F05-B275-4ABC-90FC-128B1DED501E}" presName="node" presStyleLbl="node1" presStyleIdx="8" presStyleCnt="9">
        <dgm:presLayoutVars>
          <dgm:bulletEnabled val="1"/>
        </dgm:presLayoutVars>
      </dgm:prSet>
      <dgm:spPr/>
    </dgm:pt>
  </dgm:ptLst>
  <dgm:cxnLst>
    <dgm:cxn modelId="{2BD48B00-AB7A-4249-8769-09F37A026411}" type="presOf" srcId="{90034F05-B275-4ABC-90FC-128B1DED501E}" destId="{1C4BB854-9A18-4B2C-A39D-121A0A077867}" srcOrd="0" destOrd="0" presId="urn:microsoft.com/office/officeart/2005/8/layout/default"/>
    <dgm:cxn modelId="{2B93AE01-5A36-4FDE-87F4-AC11BD63BAB2}" srcId="{3D80D86C-0B54-439F-AD9D-020F6EEFB680}" destId="{301DFAC3-9C5A-44D1-9121-F594A1CB8627}" srcOrd="0" destOrd="0" parTransId="{B2551EF1-A03F-45F9-9018-E5DCB8D9F4D7}" sibTransId="{1F9E0A9C-A4F2-4369-81EB-EDAC169FBE0E}"/>
    <dgm:cxn modelId="{6F0CCC09-AF57-4D17-822B-D32530CE47D9}" type="presOf" srcId="{8154E9CB-E480-4FB3-9D55-E7EE11A025F6}" destId="{7838A378-4A9F-4F23-BA4A-8B68D425583C}" srcOrd="0" destOrd="0" presId="urn:microsoft.com/office/officeart/2005/8/layout/default"/>
    <dgm:cxn modelId="{DF2CAC15-3426-408E-A919-E3DD543C93E2}" type="presOf" srcId="{857AB029-2B68-41D0-ACFA-6DE1D5A19C43}" destId="{15D43A69-035E-45F4-856C-3E346203A7C7}" srcOrd="0" destOrd="0" presId="urn:microsoft.com/office/officeart/2005/8/layout/default"/>
    <dgm:cxn modelId="{395ACE2C-270E-429A-95D9-881928201BA1}" type="presOf" srcId="{FE0A7947-A1A9-404B-A2EE-C8389ADC93C3}" destId="{3E057CEC-92A3-4FEF-B181-5B6B5F130FD5}" srcOrd="0" destOrd="0" presId="urn:microsoft.com/office/officeart/2005/8/layout/default"/>
    <dgm:cxn modelId="{42B0E75F-87CF-4DE4-9397-C65EE7B87E5A}" srcId="{3D80D86C-0B54-439F-AD9D-020F6EEFB680}" destId="{4D2ED4E1-27B6-4618-81F5-A82AF32641FB}" srcOrd="2" destOrd="0" parTransId="{E0181505-747A-42E0-8933-BC27414EF436}" sibTransId="{ECBD02DC-748C-4ED3-AA60-8C952C604FBA}"/>
    <dgm:cxn modelId="{76739265-D4CA-4AE0-AB2B-32C658EBBD8A}" type="presOf" srcId="{65D9CDE5-29FF-439E-B72E-E1E2AE3F7D94}" destId="{F947C172-F6D6-4321-81B2-AEDC989194BB}" srcOrd="0" destOrd="0" presId="urn:microsoft.com/office/officeart/2005/8/layout/default"/>
    <dgm:cxn modelId="{0B020946-4DFD-4D80-8AAD-0B75C7B914FC}" srcId="{3D80D86C-0B54-439F-AD9D-020F6EEFB680}" destId="{CD0EDBA4-81B7-498F-B608-9C4AE551B01A}" srcOrd="4" destOrd="0" parTransId="{A429CB88-05CC-4248-B344-686C4A3CAA59}" sibTransId="{7B1831A8-32A8-445C-A961-0E8CCB2AD002}"/>
    <dgm:cxn modelId="{C6F31F71-A409-4177-9D5D-942D7A05A185}" type="presOf" srcId="{301DFAC3-9C5A-44D1-9121-F594A1CB8627}" destId="{F0068A94-12DC-40FE-94FE-9306B025FF32}" srcOrd="0" destOrd="0" presId="urn:microsoft.com/office/officeart/2005/8/layout/default"/>
    <dgm:cxn modelId="{977AFF52-4E9F-43C8-A851-FE6335CA7A63}" srcId="{3D80D86C-0B54-439F-AD9D-020F6EEFB680}" destId="{90034F05-B275-4ABC-90FC-128B1DED501E}" srcOrd="8" destOrd="0" parTransId="{4668E850-B611-4968-B4A0-8FF4A46D8933}" sibTransId="{55934F2E-FCDE-4E4D-B913-14378DBDAE90}"/>
    <dgm:cxn modelId="{D1F6C156-3175-4241-90AA-EE6D8ED2598E}" type="presOf" srcId="{3BCB6D8C-C6F5-41B7-BA26-1F47573FDBF4}" destId="{A00BA16C-1D91-47F9-B7F4-7E0CBD26809E}" srcOrd="0" destOrd="0" presId="urn:microsoft.com/office/officeart/2005/8/layout/default"/>
    <dgm:cxn modelId="{10D72F8A-1892-4334-A036-6847D657858D}" srcId="{3D80D86C-0B54-439F-AD9D-020F6EEFB680}" destId="{8154E9CB-E480-4FB3-9D55-E7EE11A025F6}" srcOrd="7" destOrd="0" parTransId="{C0707104-9C1C-4CB2-A4DD-631FB12D9760}" sibTransId="{1A011CB2-85D2-4B81-B977-76086272FD49}"/>
    <dgm:cxn modelId="{935DEE91-E20B-433B-8860-A27BF33D7AAB}" type="presOf" srcId="{4D2ED4E1-27B6-4618-81F5-A82AF32641FB}" destId="{A7A8D063-748B-467C-A039-EC836BB562EC}" srcOrd="0" destOrd="0" presId="urn:microsoft.com/office/officeart/2005/8/layout/default"/>
    <dgm:cxn modelId="{56BD04BE-E8E5-4D18-8369-00D16D013D81}" srcId="{3D80D86C-0B54-439F-AD9D-020F6EEFB680}" destId="{65D9CDE5-29FF-439E-B72E-E1E2AE3F7D94}" srcOrd="3" destOrd="0" parTransId="{EC85AE8B-DC70-4FD2-B082-4B9FE0D1A703}" sibTransId="{8DD5FA06-94B3-4C02-9F13-EA5AE22F2A01}"/>
    <dgm:cxn modelId="{FA56A1C2-6706-43C1-90E0-946EF03DC761}" type="presOf" srcId="{CD0EDBA4-81B7-498F-B608-9C4AE551B01A}" destId="{49B4AE8C-5036-4A37-B9E5-5724167F01AD}" srcOrd="0" destOrd="0" presId="urn:microsoft.com/office/officeart/2005/8/layout/default"/>
    <dgm:cxn modelId="{3212EDC5-2228-42E5-B37F-DB2283C1E4A7}" srcId="{3D80D86C-0B54-439F-AD9D-020F6EEFB680}" destId="{FE0A7947-A1A9-404B-A2EE-C8389ADC93C3}" srcOrd="5" destOrd="0" parTransId="{2D4A8E90-5853-40FB-9DD0-63FB09FAC725}" sibTransId="{242DFF02-E3D0-4DE2-A0F4-A1E61FEF0C2C}"/>
    <dgm:cxn modelId="{208459C7-8049-402D-A633-F264393DE527}" srcId="{3D80D86C-0B54-439F-AD9D-020F6EEFB680}" destId="{3BCB6D8C-C6F5-41B7-BA26-1F47573FDBF4}" srcOrd="6" destOrd="0" parTransId="{3D20108C-47BD-426B-9C30-4E3346598B60}" sibTransId="{CCA904D3-8AD2-49BC-B0A7-7E2EA54909FE}"/>
    <dgm:cxn modelId="{795230E3-D88F-4459-95C8-33632FAC1886}" type="presOf" srcId="{3D80D86C-0B54-439F-AD9D-020F6EEFB680}" destId="{2FD3031F-5822-4C3E-ACED-0AE0E12D94A1}" srcOrd="0" destOrd="0" presId="urn:microsoft.com/office/officeart/2005/8/layout/default"/>
    <dgm:cxn modelId="{247898EE-A399-48A7-BD05-199AA4587134}" srcId="{3D80D86C-0B54-439F-AD9D-020F6EEFB680}" destId="{857AB029-2B68-41D0-ACFA-6DE1D5A19C43}" srcOrd="1" destOrd="0" parTransId="{BAAF3210-3E3C-4576-A090-1C0C1CDA502F}" sibTransId="{56E31553-BB18-41E1-A5C4-5416EBD74E39}"/>
    <dgm:cxn modelId="{F304219D-95D2-4EDF-81E3-15EF03430C25}" type="presParOf" srcId="{2FD3031F-5822-4C3E-ACED-0AE0E12D94A1}" destId="{F0068A94-12DC-40FE-94FE-9306B025FF32}" srcOrd="0" destOrd="0" presId="urn:microsoft.com/office/officeart/2005/8/layout/default"/>
    <dgm:cxn modelId="{C31BBB77-6821-48AB-83F6-4F15C02C57A9}" type="presParOf" srcId="{2FD3031F-5822-4C3E-ACED-0AE0E12D94A1}" destId="{2FBBBD6B-ABD4-4597-85B6-303B23D5477C}" srcOrd="1" destOrd="0" presId="urn:microsoft.com/office/officeart/2005/8/layout/default"/>
    <dgm:cxn modelId="{744E24F8-A368-4E8B-A611-3EA1E4D90617}" type="presParOf" srcId="{2FD3031F-5822-4C3E-ACED-0AE0E12D94A1}" destId="{15D43A69-035E-45F4-856C-3E346203A7C7}" srcOrd="2" destOrd="0" presId="urn:microsoft.com/office/officeart/2005/8/layout/default"/>
    <dgm:cxn modelId="{C6D001DA-A9C6-4B65-86C6-7EE0ABD1F33D}" type="presParOf" srcId="{2FD3031F-5822-4C3E-ACED-0AE0E12D94A1}" destId="{5E7A6A2E-AEBB-44A6-A91B-4076AEE3EC9A}" srcOrd="3" destOrd="0" presId="urn:microsoft.com/office/officeart/2005/8/layout/default"/>
    <dgm:cxn modelId="{8E08B93B-F603-4979-87B2-858C729AF919}" type="presParOf" srcId="{2FD3031F-5822-4C3E-ACED-0AE0E12D94A1}" destId="{A7A8D063-748B-467C-A039-EC836BB562EC}" srcOrd="4" destOrd="0" presId="urn:microsoft.com/office/officeart/2005/8/layout/default"/>
    <dgm:cxn modelId="{A8C202D8-B896-4116-8A8B-532BF88E4F01}" type="presParOf" srcId="{2FD3031F-5822-4C3E-ACED-0AE0E12D94A1}" destId="{141EB3CB-9FE8-4200-95D4-838989F81577}" srcOrd="5" destOrd="0" presId="urn:microsoft.com/office/officeart/2005/8/layout/default"/>
    <dgm:cxn modelId="{798E1E2F-C143-46BD-B1EA-0C1A8B71BB84}" type="presParOf" srcId="{2FD3031F-5822-4C3E-ACED-0AE0E12D94A1}" destId="{F947C172-F6D6-4321-81B2-AEDC989194BB}" srcOrd="6" destOrd="0" presId="urn:microsoft.com/office/officeart/2005/8/layout/default"/>
    <dgm:cxn modelId="{DAFA0AF7-ABA3-45C9-810C-52B93648D228}" type="presParOf" srcId="{2FD3031F-5822-4C3E-ACED-0AE0E12D94A1}" destId="{899E428F-9D2E-4C8A-BCDB-21FAEC8BDEF7}" srcOrd="7" destOrd="0" presId="urn:microsoft.com/office/officeart/2005/8/layout/default"/>
    <dgm:cxn modelId="{460189A0-F728-40AE-9763-8F0EF75B32DA}" type="presParOf" srcId="{2FD3031F-5822-4C3E-ACED-0AE0E12D94A1}" destId="{49B4AE8C-5036-4A37-B9E5-5724167F01AD}" srcOrd="8" destOrd="0" presId="urn:microsoft.com/office/officeart/2005/8/layout/default"/>
    <dgm:cxn modelId="{29385DA6-1B49-4FAD-89EF-FB1CFBC7777B}" type="presParOf" srcId="{2FD3031F-5822-4C3E-ACED-0AE0E12D94A1}" destId="{15A1B30E-B972-48E6-AD08-0A4E502AB668}" srcOrd="9" destOrd="0" presId="urn:microsoft.com/office/officeart/2005/8/layout/default"/>
    <dgm:cxn modelId="{2C826BBF-5BA6-45FD-8F34-60540D16D420}" type="presParOf" srcId="{2FD3031F-5822-4C3E-ACED-0AE0E12D94A1}" destId="{3E057CEC-92A3-4FEF-B181-5B6B5F130FD5}" srcOrd="10" destOrd="0" presId="urn:microsoft.com/office/officeart/2005/8/layout/default"/>
    <dgm:cxn modelId="{83907C31-52A4-4F54-9F8D-31A57C22DBB8}" type="presParOf" srcId="{2FD3031F-5822-4C3E-ACED-0AE0E12D94A1}" destId="{85373E22-7061-45DA-9D87-E5A604580EE1}" srcOrd="11" destOrd="0" presId="urn:microsoft.com/office/officeart/2005/8/layout/default"/>
    <dgm:cxn modelId="{0E7F9628-F0C6-4D92-A299-64493A590FB3}" type="presParOf" srcId="{2FD3031F-5822-4C3E-ACED-0AE0E12D94A1}" destId="{A00BA16C-1D91-47F9-B7F4-7E0CBD26809E}" srcOrd="12" destOrd="0" presId="urn:microsoft.com/office/officeart/2005/8/layout/default"/>
    <dgm:cxn modelId="{549D7ECB-B4E2-4361-B727-15B60B376806}" type="presParOf" srcId="{2FD3031F-5822-4C3E-ACED-0AE0E12D94A1}" destId="{AEE45BC1-920D-48E4-9889-86B7D2FF2D68}" srcOrd="13" destOrd="0" presId="urn:microsoft.com/office/officeart/2005/8/layout/default"/>
    <dgm:cxn modelId="{85745EEC-A4E0-43E5-AE8A-D3A5502A097A}" type="presParOf" srcId="{2FD3031F-5822-4C3E-ACED-0AE0E12D94A1}" destId="{7838A378-4A9F-4F23-BA4A-8B68D425583C}" srcOrd="14" destOrd="0" presId="urn:microsoft.com/office/officeart/2005/8/layout/default"/>
    <dgm:cxn modelId="{3410C6D4-DEE5-427D-8087-FB5C374F69E8}" type="presParOf" srcId="{2FD3031F-5822-4C3E-ACED-0AE0E12D94A1}" destId="{9C3A6ED4-03F3-477F-AA68-856692CBC89A}" srcOrd="15" destOrd="0" presId="urn:microsoft.com/office/officeart/2005/8/layout/default"/>
    <dgm:cxn modelId="{40F25C11-3EEB-4FC9-A485-99DE6148E634}" type="presParOf" srcId="{2FD3031F-5822-4C3E-ACED-0AE0E12D94A1}" destId="{1C4BB854-9A18-4B2C-A39D-121A0A07786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EAEE8E-1C91-4101-A187-C949C072305F}" type="doc">
      <dgm:prSet loTypeId="urn:microsoft.com/office/officeart/2008/layout/LinedList" loCatId="list" qsTypeId="urn:microsoft.com/office/officeart/2005/8/quickstyle/simple1#82" qsCatId="simple" csTypeId="urn:microsoft.com/office/officeart/2005/8/colors/colorful2#16" csCatId="colorful"/>
      <dgm:spPr/>
      <dgm:t>
        <a:bodyPr/>
        <a:lstStyle/>
        <a:p>
          <a:endParaRPr lang="en-US"/>
        </a:p>
      </dgm:t>
    </dgm:pt>
    <dgm:pt modelId="{6E721D34-DF63-4FDC-B232-5FD77F052C62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Google Analytics</a:t>
          </a:r>
          <a:r>
            <a:rPr lang="en-IN" dirty="0">
              <a:latin typeface="Georgia" panose="02040502050405020303" pitchFamily="18" charset="0"/>
            </a:rPr>
            <a:t> — Track website visitors, user </a:t>
          </a:r>
          <a:r>
            <a:rPr lang="en-IN" dirty="0" err="1">
              <a:latin typeface="Georgia" panose="02040502050405020303" pitchFamily="18" charset="0"/>
            </a:rPr>
            <a:t>behavior</a:t>
          </a:r>
          <a:r>
            <a:rPr lang="en-IN" dirty="0">
              <a:latin typeface="Georgia" panose="02040502050405020303" pitchFamily="18" charset="0"/>
            </a:rPr>
            <a:t>, and conversions.</a:t>
          </a:r>
          <a:endParaRPr lang="en-US" dirty="0">
            <a:latin typeface="Georgia" panose="02040502050405020303" pitchFamily="18" charset="0"/>
          </a:endParaRPr>
        </a:p>
      </dgm:t>
    </dgm:pt>
    <dgm:pt modelId="{FC0EF08F-9ECD-4E39-AB54-9A3557331FB5}" type="parTrans" cxnId="{4ED3BE31-6691-46CC-BF48-CA73BE388E8C}">
      <dgm:prSet/>
      <dgm:spPr/>
      <dgm:t>
        <a:bodyPr/>
        <a:lstStyle/>
        <a:p>
          <a:endParaRPr lang="en-US"/>
        </a:p>
      </dgm:t>
    </dgm:pt>
    <dgm:pt modelId="{578BC524-B8B8-49EE-8979-D3D51BE2E846}" type="sibTrans" cxnId="{4ED3BE31-6691-46CC-BF48-CA73BE388E8C}">
      <dgm:prSet/>
      <dgm:spPr/>
      <dgm:t>
        <a:bodyPr/>
        <a:lstStyle/>
        <a:p>
          <a:endParaRPr lang="en-US"/>
        </a:p>
      </dgm:t>
    </dgm:pt>
    <dgm:pt modelId="{B3BDC03F-805E-425A-9000-A5B03436BAB8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Google Search Console</a:t>
          </a:r>
          <a:r>
            <a:rPr lang="en-IN" dirty="0">
              <a:latin typeface="Georgia" panose="02040502050405020303" pitchFamily="18" charset="0"/>
            </a:rPr>
            <a:t> — Monitor search performance, clicks, impressions, and keywords.</a:t>
          </a:r>
          <a:endParaRPr lang="en-US" dirty="0">
            <a:latin typeface="Georgia" panose="02040502050405020303" pitchFamily="18" charset="0"/>
          </a:endParaRPr>
        </a:p>
      </dgm:t>
    </dgm:pt>
    <dgm:pt modelId="{31CB6C15-9164-438A-8318-1143A49EA019}" type="parTrans" cxnId="{2F501D39-2FB9-4943-916E-87A382B41E63}">
      <dgm:prSet/>
      <dgm:spPr/>
      <dgm:t>
        <a:bodyPr/>
        <a:lstStyle/>
        <a:p>
          <a:endParaRPr lang="en-US"/>
        </a:p>
      </dgm:t>
    </dgm:pt>
    <dgm:pt modelId="{CBC35519-29AB-4E8C-877D-B12B8AF47DCB}" type="sibTrans" cxnId="{2F501D39-2FB9-4943-916E-87A382B41E63}">
      <dgm:prSet/>
      <dgm:spPr/>
      <dgm:t>
        <a:bodyPr/>
        <a:lstStyle/>
        <a:p>
          <a:endParaRPr lang="en-US"/>
        </a:p>
      </dgm:t>
    </dgm:pt>
    <dgm:pt modelId="{70B920E3-4173-4969-B670-A08D1A347373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Social Media Metrics</a:t>
          </a:r>
          <a:r>
            <a:rPr lang="en-IN" dirty="0">
              <a:latin typeface="Georgia" panose="02040502050405020303" pitchFamily="18" charset="0"/>
            </a:rPr>
            <a:t> — Measure reach, views, likes, comments, shares, and engagement.</a:t>
          </a:r>
          <a:endParaRPr lang="en-US" dirty="0">
            <a:latin typeface="Georgia" panose="02040502050405020303" pitchFamily="18" charset="0"/>
          </a:endParaRPr>
        </a:p>
      </dgm:t>
    </dgm:pt>
    <dgm:pt modelId="{EFC9CCA7-539B-4AFA-AC11-DFE8C0F5850E}" type="parTrans" cxnId="{D15F97C5-5C0E-4FD0-BE04-B9894CCFACBA}">
      <dgm:prSet/>
      <dgm:spPr/>
      <dgm:t>
        <a:bodyPr/>
        <a:lstStyle/>
        <a:p>
          <a:endParaRPr lang="en-US"/>
        </a:p>
      </dgm:t>
    </dgm:pt>
    <dgm:pt modelId="{53E73E56-BD24-4CA3-B1CF-60D11488A56B}" type="sibTrans" cxnId="{D15F97C5-5C0E-4FD0-BE04-B9894CCFACBA}">
      <dgm:prSet/>
      <dgm:spPr/>
      <dgm:t>
        <a:bodyPr/>
        <a:lstStyle/>
        <a:p>
          <a:endParaRPr lang="en-US"/>
        </a:p>
      </dgm:t>
    </dgm:pt>
    <dgm:pt modelId="{00CDCBAC-8B6A-45F8-B343-6AC97C0856CE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SEO Metrics</a:t>
          </a:r>
          <a:r>
            <a:rPr lang="en-IN" dirty="0">
              <a:latin typeface="Georgia" panose="02040502050405020303" pitchFamily="18" charset="0"/>
            </a:rPr>
            <a:t> — Track organic traffic, keyword rankings, and search visibility.</a:t>
          </a:r>
          <a:endParaRPr lang="en-US" dirty="0">
            <a:latin typeface="Georgia" panose="02040502050405020303" pitchFamily="18" charset="0"/>
          </a:endParaRPr>
        </a:p>
      </dgm:t>
    </dgm:pt>
    <dgm:pt modelId="{ED9811BC-3FF9-49A9-A1C0-149F0607A01A}" type="parTrans" cxnId="{097A675B-972C-4E1E-A31F-08DAA8FC0352}">
      <dgm:prSet/>
      <dgm:spPr/>
      <dgm:t>
        <a:bodyPr/>
        <a:lstStyle/>
        <a:p>
          <a:endParaRPr lang="en-US"/>
        </a:p>
      </dgm:t>
    </dgm:pt>
    <dgm:pt modelId="{317266A4-9378-405A-BE2A-C78D720F5CBD}" type="sibTrans" cxnId="{097A675B-972C-4E1E-A31F-08DAA8FC0352}">
      <dgm:prSet/>
      <dgm:spPr/>
      <dgm:t>
        <a:bodyPr/>
        <a:lstStyle/>
        <a:p>
          <a:endParaRPr lang="en-US"/>
        </a:p>
      </dgm:t>
    </dgm:pt>
    <dgm:pt modelId="{50922BC6-401B-4520-870F-A9FF89E3F6BB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Advertising Metrics</a:t>
          </a:r>
          <a:r>
            <a:rPr lang="en-IN" dirty="0">
              <a:latin typeface="Georgia" panose="02040502050405020303" pitchFamily="18" charset="0"/>
            </a:rPr>
            <a:t> — Monitor ad clicks, impressions, click-through rate, and conversions.</a:t>
          </a:r>
          <a:endParaRPr lang="en-US" dirty="0">
            <a:latin typeface="Georgia" panose="02040502050405020303" pitchFamily="18" charset="0"/>
          </a:endParaRPr>
        </a:p>
      </dgm:t>
    </dgm:pt>
    <dgm:pt modelId="{24AE9357-6F7E-4354-A21B-C0B3E2F3AFEF}" type="parTrans" cxnId="{13B4A8A8-CD18-4FC9-85C2-7A9B96EC835D}">
      <dgm:prSet/>
      <dgm:spPr/>
      <dgm:t>
        <a:bodyPr/>
        <a:lstStyle/>
        <a:p>
          <a:endParaRPr lang="en-US"/>
        </a:p>
      </dgm:t>
    </dgm:pt>
    <dgm:pt modelId="{CDE553FD-37E1-40EF-9A34-EDC0D11F04E2}" type="sibTrans" cxnId="{13B4A8A8-CD18-4FC9-85C2-7A9B96EC835D}">
      <dgm:prSet/>
      <dgm:spPr/>
      <dgm:t>
        <a:bodyPr/>
        <a:lstStyle/>
        <a:p>
          <a:endParaRPr lang="en-US"/>
        </a:p>
      </dgm:t>
    </dgm:pt>
    <dgm:pt modelId="{393DDED0-3FE9-47EC-A83F-8FE3C2137F32}">
      <dgm:prSet/>
      <dgm:spPr/>
      <dgm:t>
        <a:bodyPr/>
        <a:lstStyle/>
        <a:p>
          <a:r>
            <a:rPr lang="en-IN" b="1" dirty="0">
              <a:latin typeface="Georgia" panose="02040502050405020303" pitchFamily="18" charset="0"/>
            </a:rPr>
            <a:t>Regular Reporting</a:t>
          </a:r>
          <a:r>
            <a:rPr lang="en-IN" dirty="0">
              <a:latin typeface="Georgia" panose="02040502050405020303" pitchFamily="18" charset="0"/>
            </a:rPr>
            <a:t> — Compare performance weekly and monthly to identify improvements.</a:t>
          </a:r>
          <a:endParaRPr lang="en-US" dirty="0">
            <a:latin typeface="Georgia" panose="02040502050405020303" pitchFamily="18" charset="0"/>
          </a:endParaRPr>
        </a:p>
      </dgm:t>
    </dgm:pt>
    <dgm:pt modelId="{34BF50AC-5647-4E19-AC15-E31032106693}" type="parTrans" cxnId="{AD23DAA4-323A-4AB9-8F6A-502E24024CD0}">
      <dgm:prSet/>
      <dgm:spPr/>
      <dgm:t>
        <a:bodyPr/>
        <a:lstStyle/>
        <a:p>
          <a:endParaRPr lang="en-US"/>
        </a:p>
      </dgm:t>
    </dgm:pt>
    <dgm:pt modelId="{DDEC5120-34B8-40EA-BDB2-2E76FC673F5A}" type="sibTrans" cxnId="{AD23DAA4-323A-4AB9-8F6A-502E24024CD0}">
      <dgm:prSet/>
      <dgm:spPr/>
      <dgm:t>
        <a:bodyPr/>
        <a:lstStyle/>
        <a:p>
          <a:endParaRPr lang="en-US"/>
        </a:p>
      </dgm:t>
    </dgm:pt>
    <dgm:pt modelId="{6750E10C-7D36-43F4-8664-A44A0EFF3AB7}" type="pres">
      <dgm:prSet presAssocID="{52EAEE8E-1C91-4101-A187-C949C072305F}" presName="vert0" presStyleCnt="0">
        <dgm:presLayoutVars>
          <dgm:dir/>
          <dgm:animOne val="branch"/>
          <dgm:animLvl val="lvl"/>
        </dgm:presLayoutVars>
      </dgm:prSet>
      <dgm:spPr/>
    </dgm:pt>
    <dgm:pt modelId="{D3D3724F-38B4-4BED-A7BC-6C53628E3E8C}" type="pres">
      <dgm:prSet presAssocID="{6E721D34-DF63-4FDC-B232-5FD77F052C62}" presName="thickLine" presStyleLbl="alignNode1" presStyleIdx="0" presStyleCnt="6"/>
      <dgm:spPr/>
    </dgm:pt>
    <dgm:pt modelId="{F6BDE0FC-6190-4D63-B504-607F5DDC8747}" type="pres">
      <dgm:prSet presAssocID="{6E721D34-DF63-4FDC-B232-5FD77F052C62}" presName="horz1" presStyleCnt="0"/>
      <dgm:spPr/>
    </dgm:pt>
    <dgm:pt modelId="{02B10AC1-4896-4E63-91AA-1AF468C09763}" type="pres">
      <dgm:prSet presAssocID="{6E721D34-DF63-4FDC-B232-5FD77F052C62}" presName="tx1" presStyleLbl="revTx" presStyleIdx="0" presStyleCnt="6"/>
      <dgm:spPr/>
    </dgm:pt>
    <dgm:pt modelId="{B7F06711-3FF4-406D-A52D-FDD94F515C90}" type="pres">
      <dgm:prSet presAssocID="{6E721D34-DF63-4FDC-B232-5FD77F052C62}" presName="vert1" presStyleCnt="0"/>
      <dgm:spPr/>
    </dgm:pt>
    <dgm:pt modelId="{23309963-5725-4CAF-A893-265B972B50E6}" type="pres">
      <dgm:prSet presAssocID="{B3BDC03F-805E-425A-9000-A5B03436BAB8}" presName="thickLine" presStyleLbl="alignNode1" presStyleIdx="1" presStyleCnt="6"/>
      <dgm:spPr/>
    </dgm:pt>
    <dgm:pt modelId="{4AE0DE09-E76D-4DA4-B309-052385735C2A}" type="pres">
      <dgm:prSet presAssocID="{B3BDC03F-805E-425A-9000-A5B03436BAB8}" presName="horz1" presStyleCnt="0"/>
      <dgm:spPr/>
    </dgm:pt>
    <dgm:pt modelId="{38156C1F-4078-4F9C-90E2-0EB8C753C6D6}" type="pres">
      <dgm:prSet presAssocID="{B3BDC03F-805E-425A-9000-A5B03436BAB8}" presName="tx1" presStyleLbl="revTx" presStyleIdx="1" presStyleCnt="6"/>
      <dgm:spPr/>
    </dgm:pt>
    <dgm:pt modelId="{68838C9F-ED70-49ED-A65F-76DA6DC822EB}" type="pres">
      <dgm:prSet presAssocID="{B3BDC03F-805E-425A-9000-A5B03436BAB8}" presName="vert1" presStyleCnt="0"/>
      <dgm:spPr/>
    </dgm:pt>
    <dgm:pt modelId="{6D1D926E-394A-4CE8-9F1C-335E55DD5177}" type="pres">
      <dgm:prSet presAssocID="{70B920E3-4173-4969-B670-A08D1A347373}" presName="thickLine" presStyleLbl="alignNode1" presStyleIdx="2" presStyleCnt="6"/>
      <dgm:spPr/>
    </dgm:pt>
    <dgm:pt modelId="{D1F9501A-B25E-41F7-BF88-120F0C44509A}" type="pres">
      <dgm:prSet presAssocID="{70B920E3-4173-4969-B670-A08D1A347373}" presName="horz1" presStyleCnt="0"/>
      <dgm:spPr/>
    </dgm:pt>
    <dgm:pt modelId="{4CB7851C-F84F-4DF7-AF14-C39ED0F333D4}" type="pres">
      <dgm:prSet presAssocID="{70B920E3-4173-4969-B670-A08D1A347373}" presName="tx1" presStyleLbl="revTx" presStyleIdx="2" presStyleCnt="6"/>
      <dgm:spPr/>
    </dgm:pt>
    <dgm:pt modelId="{511791D3-6640-4C47-8393-69C2FC0CA7DE}" type="pres">
      <dgm:prSet presAssocID="{70B920E3-4173-4969-B670-A08D1A347373}" presName="vert1" presStyleCnt="0"/>
      <dgm:spPr/>
    </dgm:pt>
    <dgm:pt modelId="{D8CFCBCE-3E97-4704-A3C7-EA7FDBD0CE64}" type="pres">
      <dgm:prSet presAssocID="{00CDCBAC-8B6A-45F8-B343-6AC97C0856CE}" presName="thickLine" presStyleLbl="alignNode1" presStyleIdx="3" presStyleCnt="6"/>
      <dgm:spPr/>
    </dgm:pt>
    <dgm:pt modelId="{C0C10FC5-0A8F-4274-B746-2E81A09AC0E2}" type="pres">
      <dgm:prSet presAssocID="{00CDCBAC-8B6A-45F8-B343-6AC97C0856CE}" presName="horz1" presStyleCnt="0"/>
      <dgm:spPr/>
    </dgm:pt>
    <dgm:pt modelId="{EEB86235-3EC3-43B9-9F68-246D0E18E0E0}" type="pres">
      <dgm:prSet presAssocID="{00CDCBAC-8B6A-45F8-B343-6AC97C0856CE}" presName="tx1" presStyleLbl="revTx" presStyleIdx="3" presStyleCnt="6"/>
      <dgm:spPr/>
    </dgm:pt>
    <dgm:pt modelId="{B08F001C-05B5-476A-9C61-E73346A82D53}" type="pres">
      <dgm:prSet presAssocID="{00CDCBAC-8B6A-45F8-B343-6AC97C0856CE}" presName="vert1" presStyleCnt="0"/>
      <dgm:spPr/>
    </dgm:pt>
    <dgm:pt modelId="{4B927653-7DEF-4575-8571-CD14959F311B}" type="pres">
      <dgm:prSet presAssocID="{50922BC6-401B-4520-870F-A9FF89E3F6BB}" presName="thickLine" presStyleLbl="alignNode1" presStyleIdx="4" presStyleCnt="6"/>
      <dgm:spPr/>
    </dgm:pt>
    <dgm:pt modelId="{C454B8CE-9606-476B-9BF4-500BF1F9925A}" type="pres">
      <dgm:prSet presAssocID="{50922BC6-401B-4520-870F-A9FF89E3F6BB}" presName="horz1" presStyleCnt="0"/>
      <dgm:spPr/>
    </dgm:pt>
    <dgm:pt modelId="{52108DBD-645D-48B7-B5F6-C8F9967BDE53}" type="pres">
      <dgm:prSet presAssocID="{50922BC6-401B-4520-870F-A9FF89E3F6BB}" presName="tx1" presStyleLbl="revTx" presStyleIdx="4" presStyleCnt="6"/>
      <dgm:spPr/>
    </dgm:pt>
    <dgm:pt modelId="{071148D6-D434-4347-B23E-C02D2D2CCC00}" type="pres">
      <dgm:prSet presAssocID="{50922BC6-401B-4520-870F-A9FF89E3F6BB}" presName="vert1" presStyleCnt="0"/>
      <dgm:spPr/>
    </dgm:pt>
    <dgm:pt modelId="{7B654E42-12BE-4839-A0F5-877BA7EB09B4}" type="pres">
      <dgm:prSet presAssocID="{393DDED0-3FE9-47EC-A83F-8FE3C2137F32}" presName="thickLine" presStyleLbl="alignNode1" presStyleIdx="5" presStyleCnt="6"/>
      <dgm:spPr/>
    </dgm:pt>
    <dgm:pt modelId="{4B3D7310-85AF-4D85-A004-4250CE1F2A63}" type="pres">
      <dgm:prSet presAssocID="{393DDED0-3FE9-47EC-A83F-8FE3C2137F32}" presName="horz1" presStyleCnt="0"/>
      <dgm:spPr/>
    </dgm:pt>
    <dgm:pt modelId="{640D2159-8F73-48D8-8EEB-929128A11B14}" type="pres">
      <dgm:prSet presAssocID="{393DDED0-3FE9-47EC-A83F-8FE3C2137F32}" presName="tx1" presStyleLbl="revTx" presStyleIdx="5" presStyleCnt="6"/>
      <dgm:spPr/>
    </dgm:pt>
    <dgm:pt modelId="{2D2A9E43-1347-4671-94A5-2405515B9FFB}" type="pres">
      <dgm:prSet presAssocID="{393DDED0-3FE9-47EC-A83F-8FE3C2137F32}" presName="vert1" presStyleCnt="0"/>
      <dgm:spPr/>
    </dgm:pt>
  </dgm:ptLst>
  <dgm:cxnLst>
    <dgm:cxn modelId="{297B740A-5205-4BD7-A79E-D70A7ED4199C}" type="presOf" srcId="{393DDED0-3FE9-47EC-A83F-8FE3C2137F32}" destId="{640D2159-8F73-48D8-8EEB-929128A11B14}" srcOrd="0" destOrd="0" presId="urn:microsoft.com/office/officeart/2008/layout/LinedList"/>
    <dgm:cxn modelId="{B2D09816-F550-44C6-8392-A626CF0D7839}" type="presOf" srcId="{6E721D34-DF63-4FDC-B232-5FD77F052C62}" destId="{02B10AC1-4896-4E63-91AA-1AF468C09763}" srcOrd="0" destOrd="0" presId="urn:microsoft.com/office/officeart/2008/layout/LinedList"/>
    <dgm:cxn modelId="{7E0FAC22-D865-488B-9EDE-6B0D2C6DB3E0}" type="presOf" srcId="{50922BC6-401B-4520-870F-A9FF89E3F6BB}" destId="{52108DBD-645D-48B7-B5F6-C8F9967BDE53}" srcOrd="0" destOrd="0" presId="urn:microsoft.com/office/officeart/2008/layout/LinedList"/>
    <dgm:cxn modelId="{4ED3BE31-6691-46CC-BF48-CA73BE388E8C}" srcId="{52EAEE8E-1C91-4101-A187-C949C072305F}" destId="{6E721D34-DF63-4FDC-B232-5FD77F052C62}" srcOrd="0" destOrd="0" parTransId="{FC0EF08F-9ECD-4E39-AB54-9A3557331FB5}" sibTransId="{578BC524-B8B8-49EE-8979-D3D51BE2E846}"/>
    <dgm:cxn modelId="{2F501D39-2FB9-4943-916E-87A382B41E63}" srcId="{52EAEE8E-1C91-4101-A187-C949C072305F}" destId="{B3BDC03F-805E-425A-9000-A5B03436BAB8}" srcOrd="1" destOrd="0" parTransId="{31CB6C15-9164-438A-8318-1143A49EA019}" sibTransId="{CBC35519-29AB-4E8C-877D-B12B8AF47DCB}"/>
    <dgm:cxn modelId="{097A675B-972C-4E1E-A31F-08DAA8FC0352}" srcId="{52EAEE8E-1C91-4101-A187-C949C072305F}" destId="{00CDCBAC-8B6A-45F8-B343-6AC97C0856CE}" srcOrd="3" destOrd="0" parTransId="{ED9811BC-3FF9-49A9-A1C0-149F0607A01A}" sibTransId="{317266A4-9378-405A-BE2A-C78D720F5CBD}"/>
    <dgm:cxn modelId="{4EB36F46-AD35-41B5-A5A5-7B0B79A4B109}" type="presOf" srcId="{52EAEE8E-1C91-4101-A187-C949C072305F}" destId="{6750E10C-7D36-43F4-8664-A44A0EFF3AB7}" srcOrd="0" destOrd="0" presId="urn:microsoft.com/office/officeart/2008/layout/LinedList"/>
    <dgm:cxn modelId="{2C00B466-4CD8-44F0-8B44-998B026D4C6A}" type="presOf" srcId="{00CDCBAC-8B6A-45F8-B343-6AC97C0856CE}" destId="{EEB86235-3EC3-43B9-9F68-246D0E18E0E0}" srcOrd="0" destOrd="0" presId="urn:microsoft.com/office/officeart/2008/layout/LinedList"/>
    <dgm:cxn modelId="{72E8D97B-8FD3-4319-8415-C312F110E941}" type="presOf" srcId="{70B920E3-4173-4969-B670-A08D1A347373}" destId="{4CB7851C-F84F-4DF7-AF14-C39ED0F333D4}" srcOrd="0" destOrd="0" presId="urn:microsoft.com/office/officeart/2008/layout/LinedList"/>
    <dgm:cxn modelId="{AD23DAA4-323A-4AB9-8F6A-502E24024CD0}" srcId="{52EAEE8E-1C91-4101-A187-C949C072305F}" destId="{393DDED0-3FE9-47EC-A83F-8FE3C2137F32}" srcOrd="5" destOrd="0" parTransId="{34BF50AC-5647-4E19-AC15-E31032106693}" sibTransId="{DDEC5120-34B8-40EA-BDB2-2E76FC673F5A}"/>
    <dgm:cxn modelId="{13B4A8A8-CD18-4FC9-85C2-7A9B96EC835D}" srcId="{52EAEE8E-1C91-4101-A187-C949C072305F}" destId="{50922BC6-401B-4520-870F-A9FF89E3F6BB}" srcOrd="4" destOrd="0" parTransId="{24AE9357-6F7E-4354-A21B-C0B3E2F3AFEF}" sibTransId="{CDE553FD-37E1-40EF-9A34-EDC0D11F04E2}"/>
    <dgm:cxn modelId="{3AA0B5BD-C26C-40C2-86C7-6ADA0B057E46}" type="presOf" srcId="{B3BDC03F-805E-425A-9000-A5B03436BAB8}" destId="{38156C1F-4078-4F9C-90E2-0EB8C753C6D6}" srcOrd="0" destOrd="0" presId="urn:microsoft.com/office/officeart/2008/layout/LinedList"/>
    <dgm:cxn modelId="{D15F97C5-5C0E-4FD0-BE04-B9894CCFACBA}" srcId="{52EAEE8E-1C91-4101-A187-C949C072305F}" destId="{70B920E3-4173-4969-B670-A08D1A347373}" srcOrd="2" destOrd="0" parTransId="{EFC9CCA7-539B-4AFA-AC11-DFE8C0F5850E}" sibTransId="{53E73E56-BD24-4CA3-B1CF-60D11488A56B}"/>
    <dgm:cxn modelId="{499FF48A-C2AE-49A5-B30A-196686546B5F}" type="presParOf" srcId="{6750E10C-7D36-43F4-8664-A44A0EFF3AB7}" destId="{D3D3724F-38B4-4BED-A7BC-6C53628E3E8C}" srcOrd="0" destOrd="0" presId="urn:microsoft.com/office/officeart/2008/layout/LinedList"/>
    <dgm:cxn modelId="{6EE16216-66F1-46B0-9EEC-DB0165A92E74}" type="presParOf" srcId="{6750E10C-7D36-43F4-8664-A44A0EFF3AB7}" destId="{F6BDE0FC-6190-4D63-B504-607F5DDC8747}" srcOrd="1" destOrd="0" presId="urn:microsoft.com/office/officeart/2008/layout/LinedList"/>
    <dgm:cxn modelId="{17C22A3C-1A6B-4A30-931F-E8632FB866CD}" type="presParOf" srcId="{F6BDE0FC-6190-4D63-B504-607F5DDC8747}" destId="{02B10AC1-4896-4E63-91AA-1AF468C09763}" srcOrd="0" destOrd="0" presId="urn:microsoft.com/office/officeart/2008/layout/LinedList"/>
    <dgm:cxn modelId="{CCD6EDB7-5FFE-4A23-8A9D-D4B8FF50964A}" type="presParOf" srcId="{F6BDE0FC-6190-4D63-B504-607F5DDC8747}" destId="{B7F06711-3FF4-406D-A52D-FDD94F515C90}" srcOrd="1" destOrd="0" presId="urn:microsoft.com/office/officeart/2008/layout/LinedList"/>
    <dgm:cxn modelId="{AC4F2A27-7CC9-41DC-8EBB-F6EC5194932D}" type="presParOf" srcId="{6750E10C-7D36-43F4-8664-A44A0EFF3AB7}" destId="{23309963-5725-4CAF-A893-265B972B50E6}" srcOrd="2" destOrd="0" presId="urn:microsoft.com/office/officeart/2008/layout/LinedList"/>
    <dgm:cxn modelId="{C2F78109-2CC7-4DCA-9C8E-A0D547B04472}" type="presParOf" srcId="{6750E10C-7D36-43F4-8664-A44A0EFF3AB7}" destId="{4AE0DE09-E76D-4DA4-B309-052385735C2A}" srcOrd="3" destOrd="0" presId="urn:microsoft.com/office/officeart/2008/layout/LinedList"/>
    <dgm:cxn modelId="{3B9D1664-741F-440E-911E-580CA19C7C6C}" type="presParOf" srcId="{4AE0DE09-E76D-4DA4-B309-052385735C2A}" destId="{38156C1F-4078-4F9C-90E2-0EB8C753C6D6}" srcOrd="0" destOrd="0" presId="urn:microsoft.com/office/officeart/2008/layout/LinedList"/>
    <dgm:cxn modelId="{B370935C-DD1C-4F80-B6C1-959D80869EF8}" type="presParOf" srcId="{4AE0DE09-E76D-4DA4-B309-052385735C2A}" destId="{68838C9F-ED70-49ED-A65F-76DA6DC822EB}" srcOrd="1" destOrd="0" presId="urn:microsoft.com/office/officeart/2008/layout/LinedList"/>
    <dgm:cxn modelId="{42129B5E-F93B-46E2-BEAC-435DE7087DDC}" type="presParOf" srcId="{6750E10C-7D36-43F4-8664-A44A0EFF3AB7}" destId="{6D1D926E-394A-4CE8-9F1C-335E55DD5177}" srcOrd="4" destOrd="0" presId="urn:microsoft.com/office/officeart/2008/layout/LinedList"/>
    <dgm:cxn modelId="{358F101A-B0A6-4799-B618-65736A924C60}" type="presParOf" srcId="{6750E10C-7D36-43F4-8664-A44A0EFF3AB7}" destId="{D1F9501A-B25E-41F7-BF88-120F0C44509A}" srcOrd="5" destOrd="0" presId="urn:microsoft.com/office/officeart/2008/layout/LinedList"/>
    <dgm:cxn modelId="{AA7A7AEF-CC39-4C6D-8B60-A1E4D23F5E0B}" type="presParOf" srcId="{D1F9501A-B25E-41F7-BF88-120F0C44509A}" destId="{4CB7851C-F84F-4DF7-AF14-C39ED0F333D4}" srcOrd="0" destOrd="0" presId="urn:microsoft.com/office/officeart/2008/layout/LinedList"/>
    <dgm:cxn modelId="{9B4278B2-3165-4C8A-AFE6-3CF7CBC035D3}" type="presParOf" srcId="{D1F9501A-B25E-41F7-BF88-120F0C44509A}" destId="{511791D3-6640-4C47-8393-69C2FC0CA7DE}" srcOrd="1" destOrd="0" presId="urn:microsoft.com/office/officeart/2008/layout/LinedList"/>
    <dgm:cxn modelId="{436707E1-355B-4148-A8A3-BE422B4AE33C}" type="presParOf" srcId="{6750E10C-7D36-43F4-8664-A44A0EFF3AB7}" destId="{D8CFCBCE-3E97-4704-A3C7-EA7FDBD0CE64}" srcOrd="6" destOrd="0" presId="urn:microsoft.com/office/officeart/2008/layout/LinedList"/>
    <dgm:cxn modelId="{29F63CDE-6D25-4CB9-B892-7A36B9716FF0}" type="presParOf" srcId="{6750E10C-7D36-43F4-8664-A44A0EFF3AB7}" destId="{C0C10FC5-0A8F-4274-B746-2E81A09AC0E2}" srcOrd="7" destOrd="0" presId="urn:microsoft.com/office/officeart/2008/layout/LinedList"/>
    <dgm:cxn modelId="{0AA2EF1B-790C-44B3-AA19-C95FF4F0B6BB}" type="presParOf" srcId="{C0C10FC5-0A8F-4274-B746-2E81A09AC0E2}" destId="{EEB86235-3EC3-43B9-9F68-246D0E18E0E0}" srcOrd="0" destOrd="0" presId="urn:microsoft.com/office/officeart/2008/layout/LinedList"/>
    <dgm:cxn modelId="{AAA7C0AF-74BD-4535-9AE5-B0CEF20214CE}" type="presParOf" srcId="{C0C10FC5-0A8F-4274-B746-2E81A09AC0E2}" destId="{B08F001C-05B5-476A-9C61-E73346A82D53}" srcOrd="1" destOrd="0" presId="urn:microsoft.com/office/officeart/2008/layout/LinedList"/>
    <dgm:cxn modelId="{9D18C799-3D93-4A81-BEB1-E50746CB89B8}" type="presParOf" srcId="{6750E10C-7D36-43F4-8664-A44A0EFF3AB7}" destId="{4B927653-7DEF-4575-8571-CD14959F311B}" srcOrd="8" destOrd="0" presId="urn:microsoft.com/office/officeart/2008/layout/LinedList"/>
    <dgm:cxn modelId="{8FA616EE-AB8D-414D-AC30-AD81D0AEC238}" type="presParOf" srcId="{6750E10C-7D36-43F4-8664-A44A0EFF3AB7}" destId="{C454B8CE-9606-476B-9BF4-500BF1F9925A}" srcOrd="9" destOrd="0" presId="urn:microsoft.com/office/officeart/2008/layout/LinedList"/>
    <dgm:cxn modelId="{A163456A-D21F-4281-9E29-C2E91654EF3A}" type="presParOf" srcId="{C454B8CE-9606-476B-9BF4-500BF1F9925A}" destId="{52108DBD-645D-48B7-B5F6-C8F9967BDE53}" srcOrd="0" destOrd="0" presId="urn:microsoft.com/office/officeart/2008/layout/LinedList"/>
    <dgm:cxn modelId="{C396874D-62BE-437F-BEE7-4F994EE72349}" type="presParOf" srcId="{C454B8CE-9606-476B-9BF4-500BF1F9925A}" destId="{071148D6-D434-4347-B23E-C02D2D2CCC00}" srcOrd="1" destOrd="0" presId="urn:microsoft.com/office/officeart/2008/layout/LinedList"/>
    <dgm:cxn modelId="{9BE5EB31-4583-4BD7-A1EF-BD1A9ADAF14B}" type="presParOf" srcId="{6750E10C-7D36-43F4-8664-A44A0EFF3AB7}" destId="{7B654E42-12BE-4839-A0F5-877BA7EB09B4}" srcOrd="10" destOrd="0" presId="urn:microsoft.com/office/officeart/2008/layout/LinedList"/>
    <dgm:cxn modelId="{A08F5BE1-463B-436E-A880-2AD5370A7A03}" type="presParOf" srcId="{6750E10C-7D36-43F4-8664-A44A0EFF3AB7}" destId="{4B3D7310-85AF-4D85-A004-4250CE1F2A63}" srcOrd="11" destOrd="0" presId="urn:microsoft.com/office/officeart/2008/layout/LinedList"/>
    <dgm:cxn modelId="{C7F579E2-CE4B-4857-9060-CC039E6F9C72}" type="presParOf" srcId="{4B3D7310-85AF-4D85-A004-4250CE1F2A63}" destId="{640D2159-8F73-48D8-8EEB-929128A11B14}" srcOrd="0" destOrd="0" presId="urn:microsoft.com/office/officeart/2008/layout/LinedList"/>
    <dgm:cxn modelId="{3A66017C-1780-4670-BB50-C1EF06982B38}" type="presParOf" srcId="{4B3D7310-85AF-4D85-A004-4250CE1F2A63}" destId="{2D2A9E43-1347-4671-94A5-2405515B9F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6569D-5D96-4686-90CD-53B31FD41D0E}">
      <dsp:nvSpPr>
        <dsp:cNvPr id="0" name=""/>
        <dsp:cNvSpPr/>
      </dsp:nvSpPr>
      <dsp:spPr>
        <a:xfrm>
          <a:off x="0" y="2215"/>
          <a:ext cx="6651253" cy="11230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BDDE7-A948-488A-8175-C97C94FC1B4B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93A6B-E4B4-4223-B647-AE5031D5CF5F}">
      <dsp:nvSpPr>
        <dsp:cNvPr id="0" name=""/>
        <dsp:cNvSpPr/>
      </dsp:nvSpPr>
      <dsp:spPr>
        <a:xfrm>
          <a:off x="1297085" y="2215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Georgia" panose="02040502050405020303" pitchFamily="18" charset="0"/>
            </a:rPr>
            <a:t>Website:</a:t>
          </a:r>
          <a:r>
            <a:rPr lang="en-IN" sz="2200" kern="1200" dirty="0">
              <a:latin typeface="Georgia" panose="02040502050405020303" pitchFamily="18" charset="0"/>
            </a:rPr>
            <a:t> Duolingo — e-learning and language-learning platform </a:t>
          </a:r>
          <a:endParaRPr lang="en-US" sz="2200" kern="1200" dirty="0">
            <a:latin typeface="Georgia" panose="02040502050405020303" pitchFamily="18" charset="0"/>
          </a:endParaRPr>
        </a:p>
      </dsp:txBody>
      <dsp:txXfrm>
        <a:off x="1297085" y="2215"/>
        <a:ext cx="5354167" cy="1123017"/>
      </dsp:txXfrm>
    </dsp:sp>
    <dsp:sp modelId="{77C608B7-3FD6-4C5C-AFD4-A79A19611E6D}">
      <dsp:nvSpPr>
        <dsp:cNvPr id="0" name=""/>
        <dsp:cNvSpPr/>
      </dsp:nvSpPr>
      <dsp:spPr>
        <a:xfrm>
          <a:off x="0" y="1405987"/>
          <a:ext cx="6651253" cy="11230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2D9B2-69EA-4764-935F-7D9AF2A56F98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6A96C-E88F-4C49-B169-605DADBC54B3}">
      <dsp:nvSpPr>
        <dsp:cNvPr id="0" name=""/>
        <dsp:cNvSpPr/>
      </dsp:nvSpPr>
      <dsp:spPr>
        <a:xfrm>
          <a:off x="1297085" y="1405987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Georgia" panose="02040502050405020303" pitchFamily="18" charset="0"/>
            </a:rPr>
            <a:t>Project Goal:</a:t>
          </a:r>
          <a:r>
            <a:rPr lang="en-IN" sz="2200" kern="1200" dirty="0">
              <a:latin typeface="Georgia" panose="02040502050405020303" pitchFamily="18" charset="0"/>
            </a:rPr>
            <a:t> Improve website usability, navigation, and user engagement</a:t>
          </a:r>
          <a:endParaRPr lang="en-US" sz="2200" kern="1200" dirty="0">
            <a:latin typeface="Georgia" panose="02040502050405020303" pitchFamily="18" charset="0"/>
          </a:endParaRPr>
        </a:p>
      </dsp:txBody>
      <dsp:txXfrm>
        <a:off x="1297085" y="1405987"/>
        <a:ext cx="5354167" cy="1123017"/>
      </dsp:txXfrm>
    </dsp:sp>
    <dsp:sp modelId="{A9D39B08-A764-4202-882C-8FEE89AD16BF}">
      <dsp:nvSpPr>
        <dsp:cNvPr id="0" name=""/>
        <dsp:cNvSpPr/>
      </dsp:nvSpPr>
      <dsp:spPr>
        <a:xfrm>
          <a:off x="0" y="2809759"/>
          <a:ext cx="6651253" cy="11230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A46A0-2D34-4CFF-90DF-722BC8DAD9B3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445DB-76F9-40B1-8088-6772714531EB}">
      <dsp:nvSpPr>
        <dsp:cNvPr id="0" name=""/>
        <dsp:cNvSpPr/>
      </dsp:nvSpPr>
      <dsp:spPr>
        <a:xfrm>
          <a:off x="1297085" y="2809759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Georgia" panose="02040502050405020303" pitchFamily="18" charset="0"/>
            </a:rPr>
            <a:t>Focus Areas:</a:t>
          </a:r>
          <a:r>
            <a:rPr lang="en-IN" sz="2200" kern="1200" dirty="0">
              <a:latin typeface="Georgia" panose="02040502050405020303" pitchFamily="18" charset="0"/>
            </a:rPr>
            <a:t> UX redesign, SEO, content marketing, social media, and paid advertising</a:t>
          </a:r>
          <a:endParaRPr lang="en-US" sz="2200" kern="1200" dirty="0">
            <a:latin typeface="Georgia" panose="02040502050405020303" pitchFamily="18" charset="0"/>
          </a:endParaRPr>
        </a:p>
      </dsp:txBody>
      <dsp:txXfrm>
        <a:off x="1297085" y="2809759"/>
        <a:ext cx="5354167" cy="1123017"/>
      </dsp:txXfrm>
    </dsp:sp>
    <dsp:sp modelId="{31A35A67-1678-42AE-A37E-45A401A12A54}">
      <dsp:nvSpPr>
        <dsp:cNvPr id="0" name=""/>
        <dsp:cNvSpPr/>
      </dsp:nvSpPr>
      <dsp:spPr>
        <a:xfrm>
          <a:off x="0" y="4213530"/>
          <a:ext cx="6651253" cy="11230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F57BF-F345-4456-901D-08C4B4BA8DDA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06531-1DF9-4A1B-99B0-E4F27EC7B853}">
      <dsp:nvSpPr>
        <dsp:cNvPr id="0" name=""/>
        <dsp:cNvSpPr/>
      </dsp:nvSpPr>
      <dsp:spPr>
        <a:xfrm>
          <a:off x="1297085" y="4213530"/>
          <a:ext cx="5354167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latin typeface="Georgia" panose="02040502050405020303" pitchFamily="18" charset="0"/>
            </a:rPr>
            <a:t>Expected Outcome:</a:t>
          </a:r>
          <a:r>
            <a:rPr lang="en-IN" sz="2200" kern="1200" dirty="0">
              <a:latin typeface="Georgia" panose="02040502050405020303" pitchFamily="18" charset="0"/>
            </a:rPr>
            <a:t> Increase awareness, organic traffic, engagement, and user conversions</a:t>
          </a:r>
          <a:endParaRPr lang="en-US" sz="2200" kern="1200" dirty="0">
            <a:latin typeface="Georgia" panose="02040502050405020303" pitchFamily="18" charset="0"/>
          </a:endParaRPr>
        </a:p>
      </dsp:txBody>
      <dsp:txXfrm>
        <a:off x="1297085" y="4213530"/>
        <a:ext cx="5354167" cy="1123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8FE0C-85AF-4E01-927D-A7E6C56C7D8B}">
      <dsp:nvSpPr>
        <dsp:cNvPr id="0" name=""/>
        <dsp:cNvSpPr/>
      </dsp:nvSpPr>
      <dsp:spPr>
        <a:xfrm>
          <a:off x="673532" y="51779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A59048-696D-4DC1-AE17-C7BA073DA282}">
      <dsp:nvSpPr>
        <dsp:cNvPr id="0" name=""/>
        <dsp:cNvSpPr/>
      </dsp:nvSpPr>
      <dsp:spPr>
        <a:xfrm>
          <a:off x="907532" y="75179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5319F-0F24-4144-A2E9-1D3DCCE40689}">
      <dsp:nvSpPr>
        <dsp:cNvPr id="0" name=""/>
        <dsp:cNvSpPr/>
      </dsp:nvSpPr>
      <dsp:spPr>
        <a:xfrm>
          <a:off x="322532" y="1957793"/>
          <a:ext cx="1800000" cy="145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Strong brand recognition</a:t>
          </a:r>
          <a:r>
            <a:rPr lang="en-IN" sz="1600" kern="1200" cap="none" dirty="0">
              <a:latin typeface="Georgia" panose="02040502050405020303" pitchFamily="18" charset="0"/>
            </a:rPr>
            <a:t> — </a:t>
          </a:r>
          <a:r>
            <a:rPr lang="en-IN" sz="1600" kern="1200" cap="none" dirty="0" err="1">
              <a:latin typeface="Georgia" panose="02040502050405020303" pitchFamily="18" charset="0"/>
            </a:rPr>
            <a:t>duolingo</a:t>
          </a:r>
          <a:r>
            <a:rPr lang="en-IN" sz="1600" kern="1200" cap="none" dirty="0">
              <a:latin typeface="Georgia" panose="02040502050405020303" pitchFamily="18" charset="0"/>
            </a:rPr>
            <a:t> has a recognizable and engaging brand identity.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322532" y="1957793"/>
        <a:ext cx="1800000" cy="1456875"/>
      </dsp:txXfrm>
    </dsp:sp>
    <dsp:sp modelId="{4AA34D9E-14C8-42D8-8161-5E2E26A420AE}">
      <dsp:nvSpPr>
        <dsp:cNvPr id="0" name=""/>
        <dsp:cNvSpPr/>
      </dsp:nvSpPr>
      <dsp:spPr>
        <a:xfrm>
          <a:off x="2788533" y="51779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E3393B-9D0F-453C-8CED-10A260CE5EEA}">
      <dsp:nvSpPr>
        <dsp:cNvPr id="0" name=""/>
        <dsp:cNvSpPr/>
      </dsp:nvSpPr>
      <dsp:spPr>
        <a:xfrm>
          <a:off x="3022533" y="75179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B94DA-02E8-472B-A753-254B50D0F2A6}">
      <dsp:nvSpPr>
        <dsp:cNvPr id="0" name=""/>
        <dsp:cNvSpPr/>
      </dsp:nvSpPr>
      <dsp:spPr>
        <a:xfrm>
          <a:off x="2437533" y="1957793"/>
          <a:ext cx="1800000" cy="145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Gamified learning</a:t>
          </a:r>
          <a:r>
            <a:rPr lang="en-IN" sz="1600" kern="1200" cap="none" dirty="0">
              <a:latin typeface="Georgia" panose="02040502050405020303" pitchFamily="18" charset="0"/>
            </a:rPr>
            <a:t> — XP, streaks, levels, and rewards encourage regular practice.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2437533" y="1957793"/>
        <a:ext cx="1800000" cy="1456875"/>
      </dsp:txXfrm>
    </dsp:sp>
    <dsp:sp modelId="{C7D5B3F7-D185-4561-8C1B-709086B04623}">
      <dsp:nvSpPr>
        <dsp:cNvPr id="0" name=""/>
        <dsp:cNvSpPr/>
      </dsp:nvSpPr>
      <dsp:spPr>
        <a:xfrm>
          <a:off x="4903533" y="51779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3D1A9-F919-48FB-885B-69AF012EE3B7}">
      <dsp:nvSpPr>
        <dsp:cNvPr id="0" name=""/>
        <dsp:cNvSpPr/>
      </dsp:nvSpPr>
      <dsp:spPr>
        <a:xfrm>
          <a:off x="5137533" y="75179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38F3-DB62-4611-8D02-0F4DB6860EF5}">
      <dsp:nvSpPr>
        <dsp:cNvPr id="0" name=""/>
        <dsp:cNvSpPr/>
      </dsp:nvSpPr>
      <dsp:spPr>
        <a:xfrm>
          <a:off x="4552533" y="1957793"/>
          <a:ext cx="1800000" cy="145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Interactive lessons</a:t>
          </a:r>
          <a:r>
            <a:rPr lang="en-IN" sz="1600" kern="1200" cap="none" dirty="0">
              <a:latin typeface="Georgia" panose="02040502050405020303" pitchFamily="18" charset="0"/>
            </a:rPr>
            <a:t> — users learn through activities rather than passive reading.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4552533" y="1957793"/>
        <a:ext cx="1800000" cy="1456875"/>
      </dsp:txXfrm>
    </dsp:sp>
    <dsp:sp modelId="{63B06998-F2C1-441D-8CF2-1696BF4CBD99}">
      <dsp:nvSpPr>
        <dsp:cNvPr id="0" name=""/>
        <dsp:cNvSpPr/>
      </dsp:nvSpPr>
      <dsp:spPr>
        <a:xfrm>
          <a:off x="7018533" y="51779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A8A754-029B-48EE-84D8-8C2751DB70A4}">
      <dsp:nvSpPr>
        <dsp:cNvPr id="0" name=""/>
        <dsp:cNvSpPr/>
      </dsp:nvSpPr>
      <dsp:spPr>
        <a:xfrm>
          <a:off x="7252533" y="75179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6171F-A4BF-4317-B494-84E1C921C5FC}">
      <dsp:nvSpPr>
        <dsp:cNvPr id="0" name=""/>
        <dsp:cNvSpPr/>
      </dsp:nvSpPr>
      <dsp:spPr>
        <a:xfrm>
          <a:off x="6667533" y="1957793"/>
          <a:ext cx="1800000" cy="145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Areas for improvement</a:t>
          </a:r>
          <a:r>
            <a:rPr lang="en-IN" sz="1600" kern="1200" cap="none" dirty="0">
              <a:latin typeface="Georgia" panose="02040502050405020303" pitchFamily="18" charset="0"/>
            </a:rPr>
            <a:t> — improve homepage clarity, navigation, feature visibility, and conversion-focused </a:t>
          </a:r>
          <a:r>
            <a:rPr lang="en-IN" sz="1600" kern="1200" cap="none" dirty="0" err="1">
              <a:latin typeface="Georgia" panose="02040502050405020303" pitchFamily="18" charset="0"/>
            </a:rPr>
            <a:t>ctas</a:t>
          </a:r>
          <a:r>
            <a:rPr lang="en-IN" sz="1600" kern="1200" cap="none" dirty="0">
              <a:latin typeface="Georgia" panose="02040502050405020303" pitchFamily="18" charset="0"/>
            </a:rPr>
            <a:t>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6667533" y="1957793"/>
        <a:ext cx="1800000" cy="1456875"/>
      </dsp:txXfrm>
    </dsp:sp>
    <dsp:sp modelId="{8C6FEAEA-A4C9-4DCF-8EAC-7D7191F84D13}">
      <dsp:nvSpPr>
        <dsp:cNvPr id="0" name=""/>
        <dsp:cNvSpPr/>
      </dsp:nvSpPr>
      <dsp:spPr>
        <a:xfrm>
          <a:off x="9133533" y="51779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13337-4149-42AB-8E04-5D1EF835F4C8}">
      <dsp:nvSpPr>
        <dsp:cNvPr id="0" name=""/>
        <dsp:cNvSpPr/>
      </dsp:nvSpPr>
      <dsp:spPr>
        <a:xfrm>
          <a:off x="9367533" y="75179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CA5C1-786D-47C4-9977-11EA9AB8389A}">
      <dsp:nvSpPr>
        <dsp:cNvPr id="0" name=""/>
        <dsp:cNvSpPr/>
      </dsp:nvSpPr>
      <dsp:spPr>
        <a:xfrm>
          <a:off x="8782533" y="1957793"/>
          <a:ext cx="1800000" cy="1456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Mobile experience</a:t>
          </a:r>
          <a:r>
            <a:rPr lang="en-IN" sz="1600" kern="1200" cap="none" dirty="0">
              <a:latin typeface="Georgia" panose="02040502050405020303" pitchFamily="18" charset="0"/>
            </a:rPr>
            <a:t> — ensure content, buttons, and sections remain easy to use on smaller screens.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8782533" y="1957793"/>
        <a:ext cx="1800000" cy="14568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2F5DA-BA3F-4E93-84B1-09291B03A172}">
      <dsp:nvSpPr>
        <dsp:cNvPr id="0" name=""/>
        <dsp:cNvSpPr/>
      </dsp:nvSpPr>
      <dsp:spPr>
        <a:xfrm>
          <a:off x="3994" y="676560"/>
          <a:ext cx="1248733" cy="37137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0" rIns="1233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Simplify Navigation</a:t>
          </a:r>
          <a:r>
            <a:rPr lang="en-IN" sz="1600" kern="1200" dirty="0">
              <a:latin typeface="Georgia" panose="02040502050405020303" pitchFamily="18" charset="0"/>
            </a:rPr>
            <a:t> — Help users find important sections quickly.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3994" y="2162057"/>
        <a:ext cx="1248733" cy="2228246"/>
      </dsp:txXfrm>
    </dsp:sp>
    <dsp:sp modelId="{0F64F7FD-97B9-44D2-AA95-F9B49DAF6466}">
      <dsp:nvSpPr>
        <dsp:cNvPr id="0" name=""/>
        <dsp:cNvSpPr/>
      </dsp:nvSpPr>
      <dsp:spPr>
        <a:xfrm>
          <a:off x="3994" y="1784192"/>
          <a:ext cx="1248733" cy="5993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165100" rIns="12334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01</a:t>
          </a:r>
        </a:p>
      </dsp:txBody>
      <dsp:txXfrm>
        <a:off x="3994" y="1784192"/>
        <a:ext cx="1248733" cy="599392"/>
      </dsp:txXfrm>
    </dsp:sp>
    <dsp:sp modelId="{DB159683-C891-4B45-A5B8-418EBA2AE7D0}">
      <dsp:nvSpPr>
        <dsp:cNvPr id="0" name=""/>
        <dsp:cNvSpPr/>
      </dsp:nvSpPr>
      <dsp:spPr>
        <a:xfrm>
          <a:off x="1352627" y="676560"/>
          <a:ext cx="1248733" cy="3665268"/>
        </a:xfrm>
        <a:prstGeom prst="rect">
          <a:avLst/>
        </a:prstGeom>
        <a:solidFill>
          <a:schemeClr val="accent2">
            <a:hueOff val="-1772438"/>
            <a:satOff val="87"/>
            <a:lumOff val="-49"/>
            <a:alphaOff val="0"/>
          </a:schemeClr>
        </a:solidFill>
        <a:ln w="25400" cap="flat" cmpd="sng" algn="ctr">
          <a:solidFill>
            <a:schemeClr val="accent2">
              <a:hueOff val="-1772438"/>
              <a:satOff val="87"/>
              <a:lumOff val="-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0" rIns="1233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Improve Homepage Clarity</a:t>
          </a:r>
          <a:r>
            <a:rPr lang="en-IN" sz="1600" kern="1200" dirty="0">
              <a:latin typeface="Georgia" panose="02040502050405020303" pitchFamily="18" charset="0"/>
            </a:rPr>
            <a:t> — Clearly communicate what Duolingo offers.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1352627" y="2142667"/>
        <a:ext cx="1248733" cy="2199161"/>
      </dsp:txXfrm>
    </dsp:sp>
    <dsp:sp modelId="{474D0AFE-6D09-41DF-BF8A-BD68FAE7698F}">
      <dsp:nvSpPr>
        <dsp:cNvPr id="0" name=""/>
        <dsp:cNvSpPr/>
      </dsp:nvSpPr>
      <dsp:spPr>
        <a:xfrm>
          <a:off x="1352627" y="1759954"/>
          <a:ext cx="1248733" cy="5993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165100" rIns="12334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02</a:t>
          </a:r>
        </a:p>
      </dsp:txBody>
      <dsp:txXfrm>
        <a:off x="1352627" y="1759954"/>
        <a:ext cx="1248733" cy="599392"/>
      </dsp:txXfrm>
    </dsp:sp>
    <dsp:sp modelId="{252DA8A3-9DFE-4A26-9A09-70DF6E4824F5}">
      <dsp:nvSpPr>
        <dsp:cNvPr id="0" name=""/>
        <dsp:cNvSpPr/>
      </dsp:nvSpPr>
      <dsp:spPr>
        <a:xfrm>
          <a:off x="2701259" y="676560"/>
          <a:ext cx="1248733" cy="3703164"/>
        </a:xfrm>
        <a:prstGeom prst="rect">
          <a:avLst/>
        </a:prstGeom>
        <a:solidFill>
          <a:schemeClr val="accent2">
            <a:hueOff val="-3544877"/>
            <a:satOff val="175"/>
            <a:lumOff val="-98"/>
            <a:alphaOff val="0"/>
          </a:schemeClr>
        </a:solidFill>
        <a:ln w="25400" cap="flat" cmpd="sng" algn="ctr">
          <a:solidFill>
            <a:schemeClr val="accent2">
              <a:hueOff val="-3544877"/>
              <a:satOff val="175"/>
              <a:lumOff val="-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0" rIns="1233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Strengthen Call-to-Action</a:t>
          </a:r>
          <a:r>
            <a:rPr lang="en-IN" sz="1600" kern="1200" dirty="0">
              <a:latin typeface="Georgia" panose="02040502050405020303" pitchFamily="18" charset="0"/>
            </a:rPr>
            <a:t> — Make </a:t>
          </a:r>
          <a:r>
            <a:rPr lang="en-IN" sz="1600" b="1" kern="1200" dirty="0">
              <a:latin typeface="Georgia" panose="02040502050405020303" pitchFamily="18" charset="0"/>
            </a:rPr>
            <a:t>“Start Learning”</a:t>
          </a:r>
          <a:r>
            <a:rPr lang="en-IN" sz="1600" kern="1200" dirty="0">
              <a:latin typeface="Georgia" panose="02040502050405020303" pitchFamily="18" charset="0"/>
            </a:rPr>
            <a:t> more visible.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2701259" y="2157826"/>
        <a:ext cx="1248733" cy="2221898"/>
      </dsp:txXfrm>
    </dsp:sp>
    <dsp:sp modelId="{3481A4BE-D665-4CA0-ABFE-9C312D4D0C0F}">
      <dsp:nvSpPr>
        <dsp:cNvPr id="0" name=""/>
        <dsp:cNvSpPr/>
      </dsp:nvSpPr>
      <dsp:spPr>
        <a:xfrm>
          <a:off x="2701259" y="1778902"/>
          <a:ext cx="1248733" cy="5993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165100" rIns="12334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03</a:t>
          </a:r>
        </a:p>
      </dsp:txBody>
      <dsp:txXfrm>
        <a:off x="2701259" y="1778902"/>
        <a:ext cx="1248733" cy="599392"/>
      </dsp:txXfrm>
    </dsp:sp>
    <dsp:sp modelId="{301A55E1-CEA8-45A8-9438-A67669B96A9A}">
      <dsp:nvSpPr>
        <dsp:cNvPr id="0" name=""/>
        <dsp:cNvSpPr/>
      </dsp:nvSpPr>
      <dsp:spPr>
        <a:xfrm>
          <a:off x="4049892" y="676560"/>
          <a:ext cx="1248733" cy="3627401"/>
        </a:xfrm>
        <a:prstGeom prst="rect">
          <a:avLst/>
        </a:prstGeom>
        <a:solidFill>
          <a:schemeClr val="accent2">
            <a:hueOff val="-5317315"/>
            <a:satOff val="262"/>
            <a:lumOff val="-147"/>
            <a:alphaOff val="0"/>
          </a:schemeClr>
        </a:solidFill>
        <a:ln w="25400" cap="flat" cmpd="sng" algn="ctr">
          <a:solidFill>
            <a:schemeClr val="accent2">
              <a:hueOff val="-5317315"/>
              <a:satOff val="262"/>
              <a:lumOff val="-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0" rIns="1233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Highlight Learning Features</a:t>
          </a:r>
          <a:r>
            <a:rPr lang="en-IN" sz="1600" kern="1200" dirty="0">
              <a:latin typeface="Georgia" panose="02040502050405020303" pitchFamily="18" charset="0"/>
            </a:rPr>
            <a:t> — Show interactive activities and learning benefits.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4049892" y="2127520"/>
        <a:ext cx="1248733" cy="2176441"/>
      </dsp:txXfrm>
    </dsp:sp>
    <dsp:sp modelId="{48CCB90A-285A-4EE2-BB9D-78B90A6C31AD}">
      <dsp:nvSpPr>
        <dsp:cNvPr id="0" name=""/>
        <dsp:cNvSpPr/>
      </dsp:nvSpPr>
      <dsp:spPr>
        <a:xfrm>
          <a:off x="4049892" y="1741020"/>
          <a:ext cx="1248733" cy="5993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165100" rIns="12334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04</a:t>
          </a:r>
        </a:p>
      </dsp:txBody>
      <dsp:txXfrm>
        <a:off x="4049892" y="1741020"/>
        <a:ext cx="1248733" cy="599392"/>
      </dsp:txXfrm>
    </dsp:sp>
    <dsp:sp modelId="{8D0AAF8C-2BCD-4C5E-A124-1383F83D4BED}">
      <dsp:nvSpPr>
        <dsp:cNvPr id="0" name=""/>
        <dsp:cNvSpPr/>
      </dsp:nvSpPr>
      <dsp:spPr>
        <a:xfrm>
          <a:off x="5398524" y="676560"/>
          <a:ext cx="1248733" cy="3985643"/>
        </a:xfrm>
        <a:prstGeom prst="rect">
          <a:avLst/>
        </a:prstGeom>
        <a:solidFill>
          <a:schemeClr val="accent2">
            <a:hueOff val="-7089753"/>
            <a:satOff val="350"/>
            <a:lumOff val="-196"/>
            <a:alphaOff val="0"/>
          </a:schemeClr>
        </a:solidFill>
        <a:ln w="25400" cap="flat" cmpd="sng" algn="ctr">
          <a:solidFill>
            <a:schemeClr val="accent2">
              <a:hueOff val="-7089753"/>
              <a:satOff val="350"/>
              <a:lumOff val="-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0" rIns="1233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Improve User Engagement</a:t>
          </a:r>
          <a:r>
            <a:rPr lang="en-IN" sz="1600" kern="1200" dirty="0">
              <a:latin typeface="Georgia" panose="02040502050405020303" pitchFamily="18" charset="0"/>
            </a:rPr>
            <a:t> — Use gamification and progress features to encourage regular learning.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5398524" y="2270817"/>
        <a:ext cx="1248733" cy="2391386"/>
      </dsp:txXfrm>
    </dsp:sp>
    <dsp:sp modelId="{B067C6CD-E744-4972-B30B-298E3A7C4347}">
      <dsp:nvSpPr>
        <dsp:cNvPr id="0" name=""/>
        <dsp:cNvSpPr/>
      </dsp:nvSpPr>
      <dsp:spPr>
        <a:xfrm>
          <a:off x="5398524" y="1920141"/>
          <a:ext cx="1248733" cy="59939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347" tIns="165100" rIns="123347" bIns="16510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05</a:t>
          </a:r>
        </a:p>
      </dsp:txBody>
      <dsp:txXfrm>
        <a:off x="5398524" y="1920141"/>
        <a:ext cx="1248733" cy="5993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A9218-7A8C-42B2-9096-EF274AC77C9F}">
      <dsp:nvSpPr>
        <dsp:cNvPr id="0" name=""/>
        <dsp:cNvSpPr/>
      </dsp:nvSpPr>
      <dsp:spPr>
        <a:xfrm>
          <a:off x="2620223" y="683845"/>
          <a:ext cx="528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58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0535" y="726769"/>
        <a:ext cx="27959" cy="5591"/>
      </dsp:txXfrm>
    </dsp:sp>
    <dsp:sp modelId="{0439FE5B-0D62-4262-9A52-490ACAF9E962}">
      <dsp:nvSpPr>
        <dsp:cNvPr id="0" name=""/>
        <dsp:cNvSpPr/>
      </dsp:nvSpPr>
      <dsp:spPr>
        <a:xfrm>
          <a:off x="190786" y="194"/>
          <a:ext cx="2431236" cy="14587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Clear Navigation</a:t>
          </a:r>
          <a:r>
            <a:rPr lang="en-IN" sz="1500" kern="1200" dirty="0">
              <a:latin typeface="Georgia" panose="02040502050405020303" pitchFamily="18" charset="0"/>
            </a:rPr>
            <a:t> — Organize important sections so users can find information quickly.</a:t>
          </a:r>
          <a:endParaRPr lang="en-US" sz="1500" kern="1200" dirty="0">
            <a:latin typeface="Georgia" panose="02040502050405020303" pitchFamily="18" charset="0"/>
          </a:endParaRPr>
        </a:p>
      </dsp:txBody>
      <dsp:txXfrm>
        <a:off x="190786" y="194"/>
        <a:ext cx="2431236" cy="1458741"/>
      </dsp:txXfrm>
    </dsp:sp>
    <dsp:sp modelId="{CB4341FF-E1E1-4D37-98B8-E4FB86134D97}">
      <dsp:nvSpPr>
        <dsp:cNvPr id="0" name=""/>
        <dsp:cNvSpPr/>
      </dsp:nvSpPr>
      <dsp:spPr>
        <a:xfrm>
          <a:off x="1406405" y="1457136"/>
          <a:ext cx="2990420" cy="528584"/>
        </a:xfrm>
        <a:custGeom>
          <a:avLst/>
          <a:gdLst/>
          <a:ahLst/>
          <a:cxnLst/>
          <a:rect l="0" t="0" r="0" b="0"/>
          <a:pathLst>
            <a:path>
              <a:moveTo>
                <a:pt x="2990420" y="0"/>
              </a:moveTo>
              <a:lnTo>
                <a:pt x="2990420" y="281392"/>
              </a:lnTo>
              <a:lnTo>
                <a:pt x="0" y="281392"/>
              </a:lnTo>
              <a:lnTo>
                <a:pt x="0" y="528584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5559" y="1718632"/>
        <a:ext cx="152112" cy="5591"/>
      </dsp:txXfrm>
    </dsp:sp>
    <dsp:sp modelId="{5C175429-C50E-41EB-BC99-A4F152EE2ECC}">
      <dsp:nvSpPr>
        <dsp:cNvPr id="0" name=""/>
        <dsp:cNvSpPr/>
      </dsp:nvSpPr>
      <dsp:spPr>
        <a:xfrm>
          <a:off x="3181207" y="194"/>
          <a:ext cx="2431236" cy="145874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Prominent CTA</a:t>
          </a:r>
          <a:r>
            <a:rPr lang="en-IN" sz="1500" kern="1200" dirty="0">
              <a:latin typeface="Georgia" panose="02040502050405020303" pitchFamily="18" charset="0"/>
            </a:rPr>
            <a:t> — Use </a:t>
          </a:r>
          <a:r>
            <a:rPr lang="en-IN" sz="1500" b="1" kern="1200" dirty="0">
              <a:latin typeface="Georgia" panose="02040502050405020303" pitchFamily="18" charset="0"/>
            </a:rPr>
            <a:t>“Start Learning”</a:t>
          </a:r>
          <a:r>
            <a:rPr lang="en-IN" sz="1500" kern="1200" dirty="0">
              <a:latin typeface="Georgia" panose="02040502050405020303" pitchFamily="18" charset="0"/>
            </a:rPr>
            <a:t> as the primary action.</a:t>
          </a:r>
          <a:endParaRPr lang="en-US" sz="1500" kern="1200" dirty="0">
            <a:latin typeface="Georgia" panose="02040502050405020303" pitchFamily="18" charset="0"/>
          </a:endParaRPr>
        </a:p>
      </dsp:txBody>
      <dsp:txXfrm>
        <a:off x="3181207" y="194"/>
        <a:ext cx="2431236" cy="1458741"/>
      </dsp:txXfrm>
    </dsp:sp>
    <dsp:sp modelId="{0E99E63B-4D72-43C8-867A-D11041C6ADCE}">
      <dsp:nvSpPr>
        <dsp:cNvPr id="0" name=""/>
        <dsp:cNvSpPr/>
      </dsp:nvSpPr>
      <dsp:spPr>
        <a:xfrm>
          <a:off x="2620223" y="2701771"/>
          <a:ext cx="528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584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0535" y="2744695"/>
        <a:ext cx="27959" cy="5591"/>
      </dsp:txXfrm>
    </dsp:sp>
    <dsp:sp modelId="{E404AEE9-25E8-4CA9-AC62-2858A110548A}">
      <dsp:nvSpPr>
        <dsp:cNvPr id="0" name=""/>
        <dsp:cNvSpPr/>
      </dsp:nvSpPr>
      <dsp:spPr>
        <a:xfrm>
          <a:off x="190786" y="2018120"/>
          <a:ext cx="2431236" cy="145874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>
              <a:latin typeface="Georgia" panose="02040502050405020303" pitchFamily="18" charset="0"/>
            </a:rPr>
            <a:t>Simple Content Structure</a:t>
          </a:r>
          <a:r>
            <a:rPr lang="en-IN" sz="1500" kern="1200">
              <a:latin typeface="Georgia" panose="02040502050405020303" pitchFamily="18" charset="0"/>
            </a:rPr>
            <a:t> — Present information in clear sections and cards.</a:t>
          </a:r>
          <a:endParaRPr lang="en-US" sz="1500" kern="1200">
            <a:latin typeface="Georgia" panose="02040502050405020303" pitchFamily="18" charset="0"/>
          </a:endParaRPr>
        </a:p>
      </dsp:txBody>
      <dsp:txXfrm>
        <a:off x="190786" y="2018120"/>
        <a:ext cx="2431236" cy="1458741"/>
      </dsp:txXfrm>
    </dsp:sp>
    <dsp:sp modelId="{5CFD8D98-9BCA-4CA5-A5C9-1AD5EE74DBF0}">
      <dsp:nvSpPr>
        <dsp:cNvPr id="0" name=""/>
        <dsp:cNvSpPr/>
      </dsp:nvSpPr>
      <dsp:spPr>
        <a:xfrm>
          <a:off x="1406405" y="3475062"/>
          <a:ext cx="2990420" cy="528584"/>
        </a:xfrm>
        <a:custGeom>
          <a:avLst/>
          <a:gdLst/>
          <a:ahLst/>
          <a:cxnLst/>
          <a:rect l="0" t="0" r="0" b="0"/>
          <a:pathLst>
            <a:path>
              <a:moveTo>
                <a:pt x="2990420" y="0"/>
              </a:moveTo>
              <a:lnTo>
                <a:pt x="2990420" y="281392"/>
              </a:lnTo>
              <a:lnTo>
                <a:pt x="0" y="281392"/>
              </a:lnTo>
              <a:lnTo>
                <a:pt x="0" y="528584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5559" y="3736558"/>
        <a:ext cx="152112" cy="5591"/>
      </dsp:txXfrm>
    </dsp:sp>
    <dsp:sp modelId="{E31B55E4-211F-42BA-844C-7A3F4DD2A25F}">
      <dsp:nvSpPr>
        <dsp:cNvPr id="0" name=""/>
        <dsp:cNvSpPr/>
      </dsp:nvSpPr>
      <dsp:spPr>
        <a:xfrm>
          <a:off x="3181207" y="2018120"/>
          <a:ext cx="2431236" cy="1458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Visual Learning Elements</a:t>
          </a:r>
          <a:r>
            <a:rPr lang="en-IN" sz="1500" kern="1200" dirty="0">
              <a:latin typeface="Georgia" panose="02040502050405020303" pitchFamily="18" charset="0"/>
            </a:rPr>
            <a:t> — Use illustrations, icons, and game-style elements to make the page engaging.</a:t>
          </a:r>
          <a:endParaRPr lang="en-US" sz="1500" kern="1200" dirty="0">
            <a:latin typeface="Georgia" panose="02040502050405020303" pitchFamily="18" charset="0"/>
          </a:endParaRPr>
        </a:p>
      </dsp:txBody>
      <dsp:txXfrm>
        <a:off x="3181207" y="2018120"/>
        <a:ext cx="2431236" cy="1458741"/>
      </dsp:txXfrm>
    </dsp:sp>
    <dsp:sp modelId="{4F008265-3E12-4E11-8411-8B26CA0F8DB7}">
      <dsp:nvSpPr>
        <dsp:cNvPr id="0" name=""/>
        <dsp:cNvSpPr/>
      </dsp:nvSpPr>
      <dsp:spPr>
        <a:xfrm>
          <a:off x="2620223" y="4719697"/>
          <a:ext cx="528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858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0535" y="4762621"/>
        <a:ext cx="27959" cy="5591"/>
      </dsp:txXfrm>
    </dsp:sp>
    <dsp:sp modelId="{D0412616-5768-41E1-8B7D-C5F6A7F8FB3F}">
      <dsp:nvSpPr>
        <dsp:cNvPr id="0" name=""/>
        <dsp:cNvSpPr/>
      </dsp:nvSpPr>
      <dsp:spPr>
        <a:xfrm>
          <a:off x="190786" y="4036046"/>
          <a:ext cx="2431236" cy="145874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Mobile-Friendly Design</a:t>
          </a:r>
          <a:r>
            <a:rPr lang="en-IN" sz="1500" kern="1200" dirty="0">
              <a:latin typeface="Georgia" panose="02040502050405020303" pitchFamily="18" charset="0"/>
            </a:rPr>
            <a:t> — Ensure buttons, text, and sections work well on smaller screens.</a:t>
          </a:r>
          <a:endParaRPr lang="en-US" sz="1500" kern="1200" dirty="0">
            <a:latin typeface="Georgia" panose="02040502050405020303" pitchFamily="18" charset="0"/>
          </a:endParaRPr>
        </a:p>
      </dsp:txBody>
      <dsp:txXfrm>
        <a:off x="190786" y="4036046"/>
        <a:ext cx="2431236" cy="1458741"/>
      </dsp:txXfrm>
    </dsp:sp>
    <dsp:sp modelId="{6AEA006F-5E22-49E1-A94D-22E2463397C2}">
      <dsp:nvSpPr>
        <dsp:cNvPr id="0" name=""/>
        <dsp:cNvSpPr/>
      </dsp:nvSpPr>
      <dsp:spPr>
        <a:xfrm>
          <a:off x="3181207" y="4036046"/>
          <a:ext cx="2431236" cy="14587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33" tIns="125051" rIns="119133" bIns="1250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>
              <a:latin typeface="Georgia" panose="02040502050405020303" pitchFamily="18" charset="0"/>
            </a:rPr>
            <a:t>Conversion Focus</a:t>
          </a:r>
          <a:r>
            <a:rPr lang="en-IN" sz="1500" kern="1200" dirty="0">
              <a:latin typeface="Georgia" panose="02040502050405020303" pitchFamily="18" charset="0"/>
            </a:rPr>
            <a:t> — Guide visitors from discovering Duolingo → understanding its benefits → starting to learn.</a:t>
          </a:r>
          <a:endParaRPr lang="en-US" sz="1500" kern="1200" dirty="0">
            <a:latin typeface="Georgia" panose="02040502050405020303" pitchFamily="18" charset="0"/>
          </a:endParaRPr>
        </a:p>
      </dsp:txBody>
      <dsp:txXfrm>
        <a:off x="3181207" y="4036046"/>
        <a:ext cx="2431236" cy="14587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15121-4D36-457F-9963-5FE4016535CE}">
      <dsp:nvSpPr>
        <dsp:cNvPr id="0" name=""/>
        <dsp:cNvSpPr/>
      </dsp:nvSpPr>
      <dsp:spPr>
        <a:xfrm>
          <a:off x="478800" y="527918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58BCB6-2C0F-4F37-A399-7A4CC0D90102}">
      <dsp:nvSpPr>
        <dsp:cNvPr id="0" name=""/>
        <dsp:cNvSpPr/>
      </dsp:nvSpPr>
      <dsp:spPr>
        <a:xfrm>
          <a:off x="712800" y="76191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B07DD-DE19-402A-807C-CA296C5BDC7B}">
      <dsp:nvSpPr>
        <dsp:cNvPr id="0" name=""/>
        <dsp:cNvSpPr/>
      </dsp:nvSpPr>
      <dsp:spPr>
        <a:xfrm>
          <a:off x="127800" y="1967918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Keyword Research</a:t>
          </a:r>
          <a:r>
            <a:rPr lang="en-IN" sz="1600" kern="1200" cap="none" dirty="0">
              <a:latin typeface="Georgia" panose="02040502050405020303" pitchFamily="18" charset="0"/>
            </a:rPr>
            <a:t> — Target Relevant Terms Such As </a:t>
          </a:r>
          <a:r>
            <a:rPr lang="en-IN" sz="1600" i="1" kern="1200" cap="none" dirty="0">
              <a:latin typeface="Georgia" panose="02040502050405020303" pitchFamily="18" charset="0"/>
            </a:rPr>
            <a:t>Learn Spanish, Spanish Course,</a:t>
          </a:r>
          <a:r>
            <a:rPr lang="en-IN" sz="1600" kern="1200" cap="none" dirty="0">
              <a:latin typeface="Georgia" panose="02040502050405020303" pitchFamily="18" charset="0"/>
            </a:rPr>
            <a:t> And </a:t>
          </a:r>
          <a:r>
            <a:rPr lang="en-IN" sz="1600" i="1" kern="1200" cap="none" dirty="0">
              <a:latin typeface="Georgia" panose="02040502050405020303" pitchFamily="18" charset="0"/>
            </a:rPr>
            <a:t>Spanish Lessons</a:t>
          </a:r>
          <a:r>
            <a:rPr lang="en-IN" sz="1600" kern="1200" cap="none" dirty="0">
              <a:latin typeface="Georgia" panose="02040502050405020303" pitchFamily="18" charset="0"/>
            </a:rPr>
            <a:t>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127800" y="1967918"/>
        <a:ext cx="1800000" cy="1665000"/>
      </dsp:txXfrm>
    </dsp:sp>
    <dsp:sp modelId="{C78DE81D-E2F8-4C52-9AC9-65EC1E131EFD}">
      <dsp:nvSpPr>
        <dsp:cNvPr id="0" name=""/>
        <dsp:cNvSpPr/>
      </dsp:nvSpPr>
      <dsp:spPr>
        <a:xfrm>
          <a:off x="2593800" y="527918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03FE6-399D-4DFA-BDB4-B9C5644F7F5E}">
      <dsp:nvSpPr>
        <dsp:cNvPr id="0" name=""/>
        <dsp:cNvSpPr/>
      </dsp:nvSpPr>
      <dsp:spPr>
        <a:xfrm>
          <a:off x="2827800" y="76191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B65A0-D9B3-4BF4-8A2C-6146651FCF09}">
      <dsp:nvSpPr>
        <dsp:cNvPr id="0" name=""/>
        <dsp:cNvSpPr/>
      </dsp:nvSpPr>
      <dsp:spPr>
        <a:xfrm>
          <a:off x="2242800" y="1967918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On-page SEO</a:t>
          </a:r>
          <a:r>
            <a:rPr lang="en-IN" sz="1600" kern="1200" cap="none" dirty="0">
              <a:latin typeface="Georgia" panose="02040502050405020303" pitchFamily="18" charset="0"/>
            </a:rPr>
            <a:t> — Optimize Titles, Meta Descriptions, Headings, </a:t>
          </a:r>
          <a:r>
            <a:rPr lang="en-IN" sz="1600" kern="1200" cap="none" dirty="0" err="1">
              <a:latin typeface="Georgia" panose="02040502050405020303" pitchFamily="18" charset="0"/>
            </a:rPr>
            <a:t>Urls</a:t>
          </a:r>
          <a:r>
            <a:rPr lang="en-IN" sz="1600" kern="1200" cap="none" dirty="0">
              <a:latin typeface="Georgia" panose="02040502050405020303" pitchFamily="18" charset="0"/>
            </a:rPr>
            <a:t>, Images, And Internal Links.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2242800" y="1967918"/>
        <a:ext cx="1800000" cy="1665000"/>
      </dsp:txXfrm>
    </dsp:sp>
    <dsp:sp modelId="{8130E19D-3E74-4D02-BA90-E38D0E876767}">
      <dsp:nvSpPr>
        <dsp:cNvPr id="0" name=""/>
        <dsp:cNvSpPr/>
      </dsp:nvSpPr>
      <dsp:spPr>
        <a:xfrm>
          <a:off x="4708800" y="527918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DB885-5EEE-46FD-AE1B-5155D6D9018D}">
      <dsp:nvSpPr>
        <dsp:cNvPr id="0" name=""/>
        <dsp:cNvSpPr/>
      </dsp:nvSpPr>
      <dsp:spPr>
        <a:xfrm>
          <a:off x="4942800" y="76191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695FE-5ECB-4284-9D17-F33DE97BCF77}">
      <dsp:nvSpPr>
        <dsp:cNvPr id="0" name=""/>
        <dsp:cNvSpPr/>
      </dsp:nvSpPr>
      <dsp:spPr>
        <a:xfrm>
          <a:off x="4357800" y="1967918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Technical SEO</a:t>
          </a:r>
          <a:r>
            <a:rPr lang="en-IN" sz="1600" kern="1200" cap="none" dirty="0">
              <a:latin typeface="Georgia" panose="02040502050405020303" pitchFamily="18" charset="0"/>
            </a:rPr>
            <a:t> — Focus On Mobile Optimization, Page Speed, HTTPS, XML Sitemap, </a:t>
          </a:r>
          <a:r>
            <a:rPr lang="en-IN" sz="1600" kern="1200" cap="none" dirty="0" err="1">
              <a:latin typeface="Georgia" panose="02040502050405020303" pitchFamily="18" charset="0"/>
            </a:rPr>
            <a:t>Robots.Txt</a:t>
          </a:r>
          <a:r>
            <a:rPr lang="en-IN" sz="1600" kern="1200" cap="none" dirty="0">
              <a:latin typeface="Georgia" panose="02040502050405020303" pitchFamily="18" charset="0"/>
            </a:rPr>
            <a:t>, And Structured Data.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4357800" y="1967918"/>
        <a:ext cx="1800000" cy="1665000"/>
      </dsp:txXfrm>
    </dsp:sp>
    <dsp:sp modelId="{DD6ED677-0009-49FF-8F39-08C394BDD5BD}">
      <dsp:nvSpPr>
        <dsp:cNvPr id="0" name=""/>
        <dsp:cNvSpPr/>
      </dsp:nvSpPr>
      <dsp:spPr>
        <a:xfrm>
          <a:off x="6823800" y="527918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6BEAE-CCAF-4C10-939E-B75DF6DD0B96}">
      <dsp:nvSpPr>
        <dsp:cNvPr id="0" name=""/>
        <dsp:cNvSpPr/>
      </dsp:nvSpPr>
      <dsp:spPr>
        <a:xfrm>
          <a:off x="7057800" y="76191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44370-DBC0-447B-A9B4-12FE359652E0}">
      <dsp:nvSpPr>
        <dsp:cNvPr id="0" name=""/>
        <dsp:cNvSpPr/>
      </dsp:nvSpPr>
      <dsp:spPr>
        <a:xfrm>
          <a:off x="6472800" y="1967918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Off-page SEO</a:t>
          </a:r>
          <a:r>
            <a:rPr lang="en-IN" sz="1600" kern="1200" cap="none" dirty="0">
              <a:latin typeface="Georgia" panose="02040502050405020303" pitchFamily="18" charset="0"/>
            </a:rPr>
            <a:t> — Build Awareness And Backlinks Through Influencers, Social Media, And Online Communities.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6472800" y="1967918"/>
        <a:ext cx="1800000" cy="1665000"/>
      </dsp:txXfrm>
    </dsp:sp>
    <dsp:sp modelId="{A87DAE28-3AD7-4B47-AFAE-89FE9CF059D2}">
      <dsp:nvSpPr>
        <dsp:cNvPr id="0" name=""/>
        <dsp:cNvSpPr/>
      </dsp:nvSpPr>
      <dsp:spPr>
        <a:xfrm>
          <a:off x="8938800" y="527918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AA7D5-5D14-4485-B002-3CCFF29DE565}">
      <dsp:nvSpPr>
        <dsp:cNvPr id="0" name=""/>
        <dsp:cNvSpPr/>
      </dsp:nvSpPr>
      <dsp:spPr>
        <a:xfrm>
          <a:off x="9172800" y="76191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84B39-8987-4A36-8926-A7FC06029244}">
      <dsp:nvSpPr>
        <dsp:cNvPr id="0" name=""/>
        <dsp:cNvSpPr/>
      </dsp:nvSpPr>
      <dsp:spPr>
        <a:xfrm>
          <a:off x="8587800" y="1967918"/>
          <a:ext cx="1800000" cy="16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600" b="1" kern="1200" cap="none" dirty="0">
              <a:latin typeface="Georgia" panose="02040502050405020303" pitchFamily="18" charset="0"/>
            </a:rPr>
            <a:t>Search Intent</a:t>
          </a:r>
          <a:r>
            <a:rPr lang="en-IN" sz="1600" kern="1200" cap="none" dirty="0">
              <a:latin typeface="Georgia" panose="02040502050405020303" pitchFamily="18" charset="0"/>
            </a:rPr>
            <a:t> — Create Pages That Match Users Looking To Learn A Language, Find Courses, Or Explore Lessons.</a:t>
          </a:r>
          <a:endParaRPr lang="en-US" sz="1600" kern="1200" cap="none" dirty="0">
            <a:latin typeface="Georgia" panose="02040502050405020303" pitchFamily="18" charset="0"/>
          </a:endParaRPr>
        </a:p>
      </dsp:txBody>
      <dsp:txXfrm>
        <a:off x="8587800" y="1967918"/>
        <a:ext cx="1800000" cy="166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F8E88-9E6D-4309-AEB6-3EC3ED2446FF}">
      <dsp:nvSpPr>
        <dsp:cNvPr id="0" name=""/>
        <dsp:cNvSpPr/>
      </dsp:nvSpPr>
      <dsp:spPr>
        <a:xfrm>
          <a:off x="82613" y="829501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A4156-210E-42E0-8D31-BFCC7BEC0AA8}">
      <dsp:nvSpPr>
        <dsp:cNvPr id="0" name=""/>
        <dsp:cNvSpPr/>
      </dsp:nvSpPr>
      <dsp:spPr>
        <a:xfrm>
          <a:off x="271034" y="1017923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C67D0-FB00-4A16-B395-485F7C3AD647}">
      <dsp:nvSpPr>
        <dsp:cNvPr id="0" name=""/>
        <dsp:cNvSpPr/>
      </dsp:nvSpPr>
      <dsp:spPr>
        <a:xfrm>
          <a:off x="1172126" y="829501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Georgia" panose="02040502050405020303" pitchFamily="18" charset="0"/>
            </a:rPr>
            <a:t>Educational Content</a:t>
          </a:r>
          <a:r>
            <a:rPr lang="en-IN" sz="1800" kern="1200" dirty="0">
              <a:latin typeface="Georgia" panose="02040502050405020303" pitchFamily="18" charset="0"/>
            </a:rPr>
            <a:t> — Create useful language-learning tips, guides, and beginner resources.</a:t>
          </a:r>
          <a:endParaRPr lang="en-US" sz="1800" kern="1200" dirty="0">
            <a:latin typeface="Georgia" panose="02040502050405020303" pitchFamily="18" charset="0"/>
          </a:endParaRPr>
        </a:p>
      </dsp:txBody>
      <dsp:txXfrm>
        <a:off x="1172126" y="829501"/>
        <a:ext cx="2114937" cy="897246"/>
      </dsp:txXfrm>
    </dsp:sp>
    <dsp:sp modelId="{6BAEF932-6B4F-4602-8518-3A24257662EE}">
      <dsp:nvSpPr>
        <dsp:cNvPr id="0" name=""/>
        <dsp:cNvSpPr/>
      </dsp:nvSpPr>
      <dsp:spPr>
        <a:xfrm>
          <a:off x="3655575" y="829501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1132C-3B5D-4B88-9758-D4768CF51BA5}">
      <dsp:nvSpPr>
        <dsp:cNvPr id="0" name=""/>
        <dsp:cNvSpPr/>
      </dsp:nvSpPr>
      <dsp:spPr>
        <a:xfrm>
          <a:off x="3843996" y="1017923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CE56D-6AF4-447B-AEAB-0E9D236E64A7}">
      <dsp:nvSpPr>
        <dsp:cNvPr id="0" name=""/>
        <dsp:cNvSpPr/>
      </dsp:nvSpPr>
      <dsp:spPr>
        <a:xfrm>
          <a:off x="4745088" y="829501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Georgia" panose="02040502050405020303" pitchFamily="18" charset="0"/>
            </a:rPr>
            <a:t>Picture-Based Learning</a:t>
          </a:r>
          <a:r>
            <a:rPr lang="en-IN" sz="1800" kern="1200" dirty="0">
              <a:latin typeface="Georgia" panose="02040502050405020303" pitchFamily="18" charset="0"/>
            </a:rPr>
            <a:t> — Use images and visual examples to make vocabulary easier to understand.</a:t>
          </a:r>
          <a:endParaRPr lang="en-US" sz="1800" kern="1200" dirty="0">
            <a:latin typeface="Georgia" panose="02040502050405020303" pitchFamily="18" charset="0"/>
          </a:endParaRPr>
        </a:p>
      </dsp:txBody>
      <dsp:txXfrm>
        <a:off x="4745088" y="829501"/>
        <a:ext cx="2114937" cy="897246"/>
      </dsp:txXfrm>
    </dsp:sp>
    <dsp:sp modelId="{99BE062B-381C-49D4-83C1-9C47C0DAF1C6}">
      <dsp:nvSpPr>
        <dsp:cNvPr id="0" name=""/>
        <dsp:cNvSpPr/>
      </dsp:nvSpPr>
      <dsp:spPr>
        <a:xfrm>
          <a:off x="7228536" y="829501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F9218-1B79-4C83-9B1C-B9B60896D4D4}">
      <dsp:nvSpPr>
        <dsp:cNvPr id="0" name=""/>
        <dsp:cNvSpPr/>
      </dsp:nvSpPr>
      <dsp:spPr>
        <a:xfrm>
          <a:off x="7416958" y="1017923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C0344-6E56-4655-A211-D5DC42607A67}">
      <dsp:nvSpPr>
        <dsp:cNvPr id="0" name=""/>
        <dsp:cNvSpPr/>
      </dsp:nvSpPr>
      <dsp:spPr>
        <a:xfrm>
          <a:off x="8318049" y="829501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Georgia" panose="02040502050405020303" pitchFamily="18" charset="0"/>
            </a:rPr>
            <a:t>Language Challenges</a:t>
          </a:r>
          <a:r>
            <a:rPr lang="en-IN" sz="1800" kern="1200" dirty="0">
              <a:latin typeface="Georgia" panose="02040502050405020303" pitchFamily="18" charset="0"/>
            </a:rPr>
            <a:t> — Create short challenges that encourage users to practice regularly.</a:t>
          </a:r>
          <a:endParaRPr lang="en-US" sz="1800" kern="1200" dirty="0">
            <a:latin typeface="Georgia" panose="02040502050405020303" pitchFamily="18" charset="0"/>
          </a:endParaRPr>
        </a:p>
      </dsp:txBody>
      <dsp:txXfrm>
        <a:off x="8318049" y="829501"/>
        <a:ext cx="2114937" cy="897246"/>
      </dsp:txXfrm>
    </dsp:sp>
    <dsp:sp modelId="{F7A26004-21C3-4127-807A-296FEA9D857D}">
      <dsp:nvSpPr>
        <dsp:cNvPr id="0" name=""/>
        <dsp:cNvSpPr/>
      </dsp:nvSpPr>
      <dsp:spPr>
        <a:xfrm>
          <a:off x="82613" y="243408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9C84A-C4A0-4A9F-9B35-7DE2940231FD}">
      <dsp:nvSpPr>
        <dsp:cNvPr id="0" name=""/>
        <dsp:cNvSpPr/>
      </dsp:nvSpPr>
      <dsp:spPr>
        <a:xfrm>
          <a:off x="271034" y="2622511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5667D-EA81-4FC4-BF07-7101E745E05B}">
      <dsp:nvSpPr>
        <dsp:cNvPr id="0" name=""/>
        <dsp:cNvSpPr/>
      </dsp:nvSpPr>
      <dsp:spPr>
        <a:xfrm>
          <a:off x="1172126" y="243408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Georgia" panose="02040502050405020303" pitchFamily="18" charset="0"/>
            </a:rPr>
            <a:t>Blog Content</a:t>
          </a:r>
          <a:r>
            <a:rPr lang="en-IN" sz="1800" kern="1200" dirty="0">
              <a:latin typeface="Georgia" panose="02040502050405020303" pitchFamily="18" charset="0"/>
            </a:rPr>
            <a:t> — Publish SEO-friendly articles targeting language-learning keywords.</a:t>
          </a:r>
          <a:endParaRPr lang="en-US" sz="1800" kern="1200" dirty="0">
            <a:latin typeface="Georgia" panose="02040502050405020303" pitchFamily="18" charset="0"/>
          </a:endParaRPr>
        </a:p>
      </dsp:txBody>
      <dsp:txXfrm>
        <a:off x="1172126" y="2434089"/>
        <a:ext cx="2114937" cy="897246"/>
      </dsp:txXfrm>
    </dsp:sp>
    <dsp:sp modelId="{DD0CE457-EA46-4B5E-9F11-A93794BEF874}">
      <dsp:nvSpPr>
        <dsp:cNvPr id="0" name=""/>
        <dsp:cNvSpPr/>
      </dsp:nvSpPr>
      <dsp:spPr>
        <a:xfrm>
          <a:off x="3655575" y="243408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C3597-65F2-4419-AD21-E6A35C492A0D}">
      <dsp:nvSpPr>
        <dsp:cNvPr id="0" name=""/>
        <dsp:cNvSpPr/>
      </dsp:nvSpPr>
      <dsp:spPr>
        <a:xfrm>
          <a:off x="3843996" y="2622511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2ACF2-4FEA-45D9-B51B-91869844DC71}">
      <dsp:nvSpPr>
        <dsp:cNvPr id="0" name=""/>
        <dsp:cNvSpPr/>
      </dsp:nvSpPr>
      <dsp:spPr>
        <a:xfrm>
          <a:off x="4745088" y="243408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latin typeface="Georgia" panose="02040502050405020303" pitchFamily="18" charset="0"/>
            </a:rPr>
            <a:t>User Engagement</a:t>
          </a:r>
          <a:r>
            <a:rPr lang="en-IN" sz="1800" kern="1200" dirty="0">
              <a:latin typeface="Georgia" panose="02040502050405020303" pitchFamily="18" charset="0"/>
            </a:rPr>
            <a:t> — Encourage comments, shares, and participation through interactive content.</a:t>
          </a:r>
          <a:endParaRPr lang="en-US" sz="1800" kern="1200" dirty="0">
            <a:latin typeface="Georgia" panose="02040502050405020303" pitchFamily="18" charset="0"/>
          </a:endParaRPr>
        </a:p>
      </dsp:txBody>
      <dsp:txXfrm>
        <a:off x="4745088" y="2434089"/>
        <a:ext cx="2114937" cy="8972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68A94-12DC-40FE-94FE-9306B025FF32}">
      <dsp:nvSpPr>
        <dsp:cNvPr id="0" name=""/>
        <dsp:cNvSpPr/>
      </dsp:nvSpPr>
      <dsp:spPr>
        <a:xfrm>
          <a:off x="0" y="590865"/>
          <a:ext cx="2078516" cy="12471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Instagram Ads</a:t>
          </a:r>
          <a:r>
            <a:rPr lang="en-IN" sz="1600" kern="1200" dirty="0">
              <a:latin typeface="Georgia" panose="02040502050405020303" pitchFamily="18" charset="0"/>
            </a:rPr>
            <a:t> — Promote engaging language-learning content and app/website CTAs. 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0" y="590865"/>
        <a:ext cx="2078516" cy="1247109"/>
      </dsp:txXfrm>
    </dsp:sp>
    <dsp:sp modelId="{15D43A69-035E-45F4-856C-3E346203A7C7}">
      <dsp:nvSpPr>
        <dsp:cNvPr id="0" name=""/>
        <dsp:cNvSpPr/>
      </dsp:nvSpPr>
      <dsp:spPr>
        <a:xfrm>
          <a:off x="2286368" y="590865"/>
          <a:ext cx="2078516" cy="1247109"/>
        </a:xfrm>
        <a:prstGeom prst="rect">
          <a:avLst/>
        </a:prstGeom>
        <a:solidFill>
          <a:schemeClr val="accent5">
            <a:hueOff val="-983486"/>
            <a:satOff val="2654"/>
            <a:lumOff val="3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YouTube Ads</a:t>
          </a:r>
          <a:r>
            <a:rPr lang="en-IN" sz="1600" kern="1200" dirty="0">
              <a:latin typeface="Georgia" panose="02040502050405020303" pitchFamily="18" charset="0"/>
            </a:rPr>
            <a:t> — Use short video advertisements to reach potential learners.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2286368" y="590865"/>
        <a:ext cx="2078516" cy="1247109"/>
      </dsp:txXfrm>
    </dsp:sp>
    <dsp:sp modelId="{A7A8D063-748B-467C-A039-EC836BB562EC}">
      <dsp:nvSpPr>
        <dsp:cNvPr id="0" name=""/>
        <dsp:cNvSpPr/>
      </dsp:nvSpPr>
      <dsp:spPr>
        <a:xfrm>
          <a:off x="4572736" y="590865"/>
          <a:ext cx="2078516" cy="1247109"/>
        </a:xfrm>
        <a:prstGeom prst="rect">
          <a:avLst/>
        </a:prstGeom>
        <a:solidFill>
          <a:schemeClr val="accent5">
            <a:hueOff val="-1966973"/>
            <a:satOff val="5309"/>
            <a:lumOff val="6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Google Ads</a:t>
          </a:r>
          <a:r>
            <a:rPr lang="en-IN" sz="1600" kern="1200" dirty="0">
              <a:latin typeface="Georgia" panose="02040502050405020303" pitchFamily="18" charset="0"/>
            </a:rPr>
            <a:t> — Target users actively searching for language-learning courses and lessons.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4572736" y="590865"/>
        <a:ext cx="2078516" cy="1247109"/>
      </dsp:txXfrm>
    </dsp:sp>
    <dsp:sp modelId="{F947C172-F6D6-4321-81B2-AEDC989194BB}">
      <dsp:nvSpPr>
        <dsp:cNvPr id="0" name=""/>
        <dsp:cNvSpPr/>
      </dsp:nvSpPr>
      <dsp:spPr>
        <a:xfrm>
          <a:off x="0" y="2045827"/>
          <a:ext cx="2078516" cy="1247109"/>
        </a:xfrm>
        <a:prstGeom prst="rect">
          <a:avLst/>
        </a:prstGeom>
        <a:solidFill>
          <a:schemeClr val="accent5">
            <a:hueOff val="-2950459"/>
            <a:satOff val="7963"/>
            <a:lumOff val="9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Target Audience</a:t>
          </a:r>
          <a:r>
            <a:rPr lang="en-IN" sz="1600" kern="1200" dirty="0">
              <a:latin typeface="Georgia" panose="02040502050405020303" pitchFamily="18" charset="0"/>
            </a:rPr>
            <a:t> — Students, beginners, and people interested in learning new languages.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0" y="2045827"/>
        <a:ext cx="2078516" cy="1247109"/>
      </dsp:txXfrm>
    </dsp:sp>
    <dsp:sp modelId="{49B4AE8C-5036-4A37-B9E5-5724167F01AD}">
      <dsp:nvSpPr>
        <dsp:cNvPr id="0" name=""/>
        <dsp:cNvSpPr/>
      </dsp:nvSpPr>
      <dsp:spPr>
        <a:xfrm>
          <a:off x="2286368" y="2045827"/>
          <a:ext cx="2078516" cy="1247109"/>
        </a:xfrm>
        <a:prstGeom prst="rect">
          <a:avLst/>
        </a:prstGeom>
        <a:solidFill>
          <a:schemeClr val="accent5">
            <a:hueOff val="-3933945"/>
            <a:satOff val="10618"/>
            <a:lumOff val="1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Campaign Goal</a:t>
          </a:r>
          <a:r>
            <a:rPr lang="en-IN" sz="1600" kern="1200" dirty="0">
              <a:latin typeface="Georgia" panose="02040502050405020303" pitchFamily="18" charset="0"/>
            </a:rPr>
            <a:t> — Increase website visits, awareness, engagement, and conversions.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2286368" y="2045827"/>
        <a:ext cx="2078516" cy="1247109"/>
      </dsp:txXfrm>
    </dsp:sp>
    <dsp:sp modelId="{3E057CEC-92A3-4FEF-B181-5B6B5F130FD5}">
      <dsp:nvSpPr>
        <dsp:cNvPr id="0" name=""/>
        <dsp:cNvSpPr/>
      </dsp:nvSpPr>
      <dsp:spPr>
        <a:xfrm>
          <a:off x="4572736" y="2045827"/>
          <a:ext cx="2078516" cy="1247109"/>
        </a:xfrm>
        <a:prstGeom prst="rect">
          <a:avLst/>
        </a:prstGeom>
        <a:solidFill>
          <a:schemeClr val="accent5">
            <a:hueOff val="-4917432"/>
            <a:satOff val="13272"/>
            <a:lumOff val="15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latin typeface="Georgia" panose="02040502050405020303" pitchFamily="18" charset="0"/>
            </a:rPr>
            <a:t>Proposed Budget</a:t>
          </a:r>
          <a:r>
            <a:rPr lang="en-IN" sz="1600" kern="1200" dirty="0">
              <a:latin typeface="Georgia" panose="02040502050405020303" pitchFamily="18" charset="0"/>
            </a:rPr>
            <a:t> — Total budget: </a:t>
          </a:r>
          <a:r>
            <a:rPr lang="en-IN" sz="1600" b="1" kern="1200" dirty="0">
              <a:latin typeface="Georgia" panose="02040502050405020303" pitchFamily="18" charset="0"/>
            </a:rPr>
            <a:t>₹10,000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4572736" y="2045827"/>
        <a:ext cx="2078516" cy="1247109"/>
      </dsp:txXfrm>
    </dsp:sp>
    <dsp:sp modelId="{A00BA16C-1D91-47F9-B7F4-7E0CBD26809E}">
      <dsp:nvSpPr>
        <dsp:cNvPr id="0" name=""/>
        <dsp:cNvSpPr/>
      </dsp:nvSpPr>
      <dsp:spPr>
        <a:xfrm>
          <a:off x="0" y="3500788"/>
          <a:ext cx="2078516" cy="1247109"/>
        </a:xfrm>
        <a:prstGeom prst="rect">
          <a:avLst/>
        </a:prstGeom>
        <a:solidFill>
          <a:schemeClr val="accent5">
            <a:hueOff val="-5900918"/>
            <a:satOff val="15927"/>
            <a:lumOff val="19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Georgia" panose="02040502050405020303" pitchFamily="18" charset="0"/>
            </a:rPr>
            <a:t>Instagram Ads — ₹5,000 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0" y="3500788"/>
        <a:ext cx="2078516" cy="1247109"/>
      </dsp:txXfrm>
    </dsp:sp>
    <dsp:sp modelId="{7838A378-4A9F-4F23-BA4A-8B68D425583C}">
      <dsp:nvSpPr>
        <dsp:cNvPr id="0" name=""/>
        <dsp:cNvSpPr/>
      </dsp:nvSpPr>
      <dsp:spPr>
        <a:xfrm>
          <a:off x="2286368" y="3500788"/>
          <a:ext cx="2078516" cy="1247109"/>
        </a:xfrm>
        <a:prstGeom prst="rect">
          <a:avLst/>
        </a:prstGeom>
        <a:solidFill>
          <a:schemeClr val="accent5">
            <a:hueOff val="-6884404"/>
            <a:satOff val="18581"/>
            <a:lumOff val="2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Georgia" panose="02040502050405020303" pitchFamily="18" charset="0"/>
            </a:rPr>
            <a:t>YouTube Ads — ₹3,000 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2286368" y="3500788"/>
        <a:ext cx="2078516" cy="1247109"/>
      </dsp:txXfrm>
    </dsp:sp>
    <dsp:sp modelId="{1C4BB854-9A18-4B2C-A39D-121A0A077867}">
      <dsp:nvSpPr>
        <dsp:cNvPr id="0" name=""/>
        <dsp:cNvSpPr/>
      </dsp:nvSpPr>
      <dsp:spPr>
        <a:xfrm>
          <a:off x="4572736" y="3500788"/>
          <a:ext cx="2078516" cy="1247109"/>
        </a:xfrm>
        <a:prstGeom prst="rect">
          <a:avLst/>
        </a:prstGeom>
        <a:solidFill>
          <a:schemeClr val="accent5">
            <a:hueOff val="-7867891"/>
            <a:satOff val="21236"/>
            <a:lumOff val="2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Georgia" panose="02040502050405020303" pitchFamily="18" charset="0"/>
            </a:rPr>
            <a:t>Google Ads — ₹2,000</a:t>
          </a:r>
          <a:endParaRPr lang="en-US" sz="1600" kern="1200" dirty="0">
            <a:latin typeface="Georgia" panose="02040502050405020303" pitchFamily="18" charset="0"/>
          </a:endParaRPr>
        </a:p>
      </dsp:txBody>
      <dsp:txXfrm>
        <a:off x="4572736" y="3500788"/>
        <a:ext cx="2078516" cy="12471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3724F-38B4-4BED-A7BC-6C53628E3E8C}">
      <dsp:nvSpPr>
        <dsp:cNvPr id="0" name=""/>
        <dsp:cNvSpPr/>
      </dsp:nvSpPr>
      <dsp:spPr>
        <a:xfrm>
          <a:off x="0" y="2683"/>
          <a:ext cx="58032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10AC1-4896-4E63-91AA-1AF468C09763}">
      <dsp:nvSpPr>
        <dsp:cNvPr id="0" name=""/>
        <dsp:cNvSpPr/>
      </dsp:nvSpPr>
      <dsp:spPr>
        <a:xfrm>
          <a:off x="0" y="2683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Google Analytics</a:t>
          </a:r>
          <a:r>
            <a:rPr lang="en-IN" sz="2000" kern="1200" dirty="0">
              <a:latin typeface="Georgia" panose="02040502050405020303" pitchFamily="18" charset="0"/>
            </a:rPr>
            <a:t> — Track website visitors, user </a:t>
          </a:r>
          <a:r>
            <a:rPr lang="en-IN" sz="2000" kern="1200" dirty="0" err="1">
              <a:latin typeface="Georgia" panose="02040502050405020303" pitchFamily="18" charset="0"/>
            </a:rPr>
            <a:t>behavior</a:t>
          </a:r>
          <a:r>
            <a:rPr lang="en-IN" sz="2000" kern="1200" dirty="0">
              <a:latin typeface="Georgia" panose="02040502050405020303" pitchFamily="18" charset="0"/>
            </a:rPr>
            <a:t>, and conversions.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2683"/>
        <a:ext cx="5803231" cy="914936"/>
      </dsp:txXfrm>
    </dsp:sp>
    <dsp:sp modelId="{23309963-5725-4CAF-A893-265B972B50E6}">
      <dsp:nvSpPr>
        <dsp:cNvPr id="0" name=""/>
        <dsp:cNvSpPr/>
      </dsp:nvSpPr>
      <dsp:spPr>
        <a:xfrm>
          <a:off x="0" y="917619"/>
          <a:ext cx="5803231" cy="0"/>
        </a:xfrm>
        <a:prstGeom prst="line">
          <a:avLst/>
        </a:prstGeom>
        <a:solidFill>
          <a:schemeClr val="accent2">
            <a:hueOff val="-1417951"/>
            <a:satOff val="70"/>
            <a:lumOff val="-39"/>
            <a:alphaOff val="0"/>
          </a:schemeClr>
        </a:solidFill>
        <a:ln w="25400" cap="flat" cmpd="sng" algn="ctr">
          <a:solidFill>
            <a:schemeClr val="accent2">
              <a:hueOff val="-1417951"/>
              <a:satOff val="70"/>
              <a:lumOff val="-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56C1F-4078-4F9C-90E2-0EB8C753C6D6}">
      <dsp:nvSpPr>
        <dsp:cNvPr id="0" name=""/>
        <dsp:cNvSpPr/>
      </dsp:nvSpPr>
      <dsp:spPr>
        <a:xfrm>
          <a:off x="0" y="917619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Google Search Console</a:t>
          </a:r>
          <a:r>
            <a:rPr lang="en-IN" sz="2000" kern="1200" dirty="0">
              <a:latin typeface="Georgia" panose="02040502050405020303" pitchFamily="18" charset="0"/>
            </a:rPr>
            <a:t> — Monitor search performance, clicks, impressions, and keywords.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917619"/>
        <a:ext cx="5803231" cy="914936"/>
      </dsp:txXfrm>
    </dsp:sp>
    <dsp:sp modelId="{6D1D926E-394A-4CE8-9F1C-335E55DD5177}">
      <dsp:nvSpPr>
        <dsp:cNvPr id="0" name=""/>
        <dsp:cNvSpPr/>
      </dsp:nvSpPr>
      <dsp:spPr>
        <a:xfrm>
          <a:off x="0" y="1832555"/>
          <a:ext cx="5803231" cy="0"/>
        </a:xfrm>
        <a:prstGeom prst="line">
          <a:avLst/>
        </a:prstGeom>
        <a:solidFill>
          <a:schemeClr val="accent2">
            <a:hueOff val="-2835901"/>
            <a:satOff val="140"/>
            <a:lumOff val="-78"/>
            <a:alphaOff val="0"/>
          </a:schemeClr>
        </a:solidFill>
        <a:ln w="25400" cap="flat" cmpd="sng" algn="ctr">
          <a:solidFill>
            <a:schemeClr val="accent2">
              <a:hueOff val="-2835901"/>
              <a:satOff val="140"/>
              <a:lumOff val="-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7851C-F84F-4DF7-AF14-C39ED0F333D4}">
      <dsp:nvSpPr>
        <dsp:cNvPr id="0" name=""/>
        <dsp:cNvSpPr/>
      </dsp:nvSpPr>
      <dsp:spPr>
        <a:xfrm>
          <a:off x="0" y="1832555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Social Media Metrics</a:t>
          </a:r>
          <a:r>
            <a:rPr lang="en-IN" sz="2000" kern="1200" dirty="0">
              <a:latin typeface="Georgia" panose="02040502050405020303" pitchFamily="18" charset="0"/>
            </a:rPr>
            <a:t> — Measure reach, views, likes, comments, shares, and engagement.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1832555"/>
        <a:ext cx="5803231" cy="914936"/>
      </dsp:txXfrm>
    </dsp:sp>
    <dsp:sp modelId="{D8CFCBCE-3E97-4704-A3C7-EA7FDBD0CE64}">
      <dsp:nvSpPr>
        <dsp:cNvPr id="0" name=""/>
        <dsp:cNvSpPr/>
      </dsp:nvSpPr>
      <dsp:spPr>
        <a:xfrm>
          <a:off x="0" y="2747491"/>
          <a:ext cx="5803231" cy="0"/>
        </a:xfrm>
        <a:prstGeom prst="line">
          <a:avLst/>
        </a:prstGeom>
        <a:solidFill>
          <a:schemeClr val="accent2">
            <a:hueOff val="-4253852"/>
            <a:satOff val="210"/>
            <a:lumOff val="-118"/>
            <a:alphaOff val="0"/>
          </a:schemeClr>
        </a:solidFill>
        <a:ln w="25400" cap="flat" cmpd="sng" algn="ctr">
          <a:solidFill>
            <a:schemeClr val="accent2">
              <a:hueOff val="-4253852"/>
              <a:satOff val="210"/>
              <a:lumOff val="-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86235-3EC3-43B9-9F68-246D0E18E0E0}">
      <dsp:nvSpPr>
        <dsp:cNvPr id="0" name=""/>
        <dsp:cNvSpPr/>
      </dsp:nvSpPr>
      <dsp:spPr>
        <a:xfrm>
          <a:off x="0" y="2747491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SEO Metrics</a:t>
          </a:r>
          <a:r>
            <a:rPr lang="en-IN" sz="2000" kern="1200" dirty="0">
              <a:latin typeface="Georgia" panose="02040502050405020303" pitchFamily="18" charset="0"/>
            </a:rPr>
            <a:t> — Track organic traffic, keyword rankings, and search visibility.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2747491"/>
        <a:ext cx="5803231" cy="914936"/>
      </dsp:txXfrm>
    </dsp:sp>
    <dsp:sp modelId="{4B927653-7DEF-4575-8571-CD14959F311B}">
      <dsp:nvSpPr>
        <dsp:cNvPr id="0" name=""/>
        <dsp:cNvSpPr/>
      </dsp:nvSpPr>
      <dsp:spPr>
        <a:xfrm>
          <a:off x="0" y="3662427"/>
          <a:ext cx="5803231" cy="0"/>
        </a:xfrm>
        <a:prstGeom prst="line">
          <a:avLst/>
        </a:prstGeom>
        <a:solidFill>
          <a:schemeClr val="accent2">
            <a:hueOff val="-5671803"/>
            <a:satOff val="280"/>
            <a:lumOff val="-157"/>
            <a:alphaOff val="0"/>
          </a:schemeClr>
        </a:solidFill>
        <a:ln w="25400" cap="flat" cmpd="sng" algn="ctr">
          <a:solidFill>
            <a:schemeClr val="accent2">
              <a:hueOff val="-5671803"/>
              <a:satOff val="280"/>
              <a:lumOff val="-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08DBD-645D-48B7-B5F6-C8F9967BDE53}">
      <dsp:nvSpPr>
        <dsp:cNvPr id="0" name=""/>
        <dsp:cNvSpPr/>
      </dsp:nvSpPr>
      <dsp:spPr>
        <a:xfrm>
          <a:off x="0" y="3662427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Advertising Metrics</a:t>
          </a:r>
          <a:r>
            <a:rPr lang="en-IN" sz="2000" kern="1200" dirty="0">
              <a:latin typeface="Georgia" panose="02040502050405020303" pitchFamily="18" charset="0"/>
            </a:rPr>
            <a:t> — Monitor ad clicks, impressions, click-through rate, and conversions.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3662427"/>
        <a:ext cx="5803231" cy="914936"/>
      </dsp:txXfrm>
    </dsp:sp>
    <dsp:sp modelId="{7B654E42-12BE-4839-A0F5-877BA7EB09B4}">
      <dsp:nvSpPr>
        <dsp:cNvPr id="0" name=""/>
        <dsp:cNvSpPr/>
      </dsp:nvSpPr>
      <dsp:spPr>
        <a:xfrm>
          <a:off x="0" y="4577363"/>
          <a:ext cx="5803231" cy="0"/>
        </a:xfrm>
        <a:prstGeom prst="line">
          <a:avLst/>
        </a:prstGeom>
        <a:solidFill>
          <a:schemeClr val="accent2">
            <a:hueOff val="-7089753"/>
            <a:satOff val="350"/>
            <a:lumOff val="-196"/>
            <a:alphaOff val="0"/>
          </a:schemeClr>
        </a:solidFill>
        <a:ln w="25400" cap="flat" cmpd="sng" algn="ctr">
          <a:solidFill>
            <a:schemeClr val="accent2">
              <a:hueOff val="-7089753"/>
              <a:satOff val="350"/>
              <a:lumOff val="-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D2159-8F73-48D8-8EEB-929128A11B14}">
      <dsp:nvSpPr>
        <dsp:cNvPr id="0" name=""/>
        <dsp:cNvSpPr/>
      </dsp:nvSpPr>
      <dsp:spPr>
        <a:xfrm>
          <a:off x="0" y="4577363"/>
          <a:ext cx="5803231" cy="914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latin typeface="Georgia" panose="02040502050405020303" pitchFamily="18" charset="0"/>
            </a:rPr>
            <a:t>Regular Reporting</a:t>
          </a:r>
          <a:r>
            <a:rPr lang="en-IN" sz="2000" kern="1200" dirty="0">
              <a:latin typeface="Georgia" panose="02040502050405020303" pitchFamily="18" charset="0"/>
            </a:rPr>
            <a:t> — Compare performance weekly and monthly to identify improvements.</a:t>
          </a:r>
          <a:endParaRPr lang="en-US" sz="2000" kern="1200" dirty="0">
            <a:latin typeface="Georgia" panose="02040502050405020303" pitchFamily="18" charset="0"/>
          </a:endParaRPr>
        </a:p>
      </dsp:txBody>
      <dsp:txXfrm>
        <a:off x="0" y="4577363"/>
        <a:ext cx="5803231" cy="914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3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3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1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4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3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4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7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2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2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0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90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89943-CA48-49DF-B38B-B66A5ADCBBF7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0730F-F0A6-4F19-8C30-659D8168B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78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31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71" r:id="rId4"/>
    <p:sldLayoutId id="2147483772" r:id="rId5"/>
    <p:sldLayoutId id="2147483773" r:id="rId6"/>
    <p:sldLayoutId id="2147483774" r:id="rId7"/>
    <p:sldLayoutId id="2147483779" r:id="rId8"/>
    <p:sldLayoutId id="2147483775" r:id="rId9"/>
    <p:sldLayoutId id="2147483776" r:id="rId10"/>
    <p:sldLayoutId id="2147483777" r:id="rId11"/>
    <p:sldLayoutId id="2147483778" r:id="rId12"/>
    <p:sldLayoutId id="214748378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95319B-BB09-FF7D-0CB9-17417D1C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5322366" cy="1800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E-Learning Website Auditing &amp; Digital Marketing Implementation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C2EC2F0-378E-6C9D-8BFC-FC9D4D2F06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2623381"/>
            <a:ext cx="3888528" cy="355358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latin typeface="Britannic Bold" panose="020B0903060703020204" pitchFamily="34" charset="0"/>
              </a:rPr>
              <a:t>Presented By: Ashwathi </a:t>
            </a:r>
            <a:r>
              <a:rPr lang="en-US" dirty="0" err="1">
                <a:latin typeface="Britannic Bold" panose="020B0903060703020204" pitchFamily="34" charset="0"/>
              </a:rPr>
              <a:t>Balyaya</a:t>
            </a:r>
            <a:endParaRPr lang="en-US" dirty="0">
              <a:latin typeface="Britannic Bold" panose="020B0903060703020204" pitchFamily="34" charset="0"/>
            </a:endParaRPr>
          </a:p>
          <a:p>
            <a:pPr algn="l"/>
            <a:r>
              <a:rPr lang="en-US" dirty="0">
                <a:latin typeface="Britannic Bold" panose="020B0903060703020204" pitchFamily="34" charset="0"/>
              </a:rPr>
              <a:t>Course: Digital Marketing</a:t>
            </a:r>
          </a:p>
          <a:p>
            <a:pPr algn="l"/>
            <a:r>
              <a:rPr lang="en-US" dirty="0">
                <a:latin typeface="Britannic Bold" panose="020B0903060703020204" pitchFamily="34" charset="0"/>
              </a:rPr>
              <a:t>Internship: Unified Mentor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84E150-1F5B-4C2F-EE5C-6CE3C8E60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" r="5405"/>
          <a:stretch/>
        </p:blipFill>
        <p:spPr>
          <a:xfrm>
            <a:off x="6800986" y="781679"/>
            <a:ext cx="4747547" cy="5322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4C06BE-7A6B-7460-7203-68846D1AC5E0}"/>
              </a:ext>
            </a:extLst>
          </p:cNvPr>
          <p:cNvSpPr txBox="1"/>
          <p:nvPr/>
        </p:nvSpPr>
        <p:spPr>
          <a:xfrm>
            <a:off x="1267968" y="3072384"/>
            <a:ext cx="3671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tencil" panose="040409050D0802020404" pitchFamily="82" charset="0"/>
              </a:rPr>
              <a:t>Case Study : Duolingo</a:t>
            </a:r>
            <a:endParaRPr lang="en-IN" sz="2400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627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C5355-D3D9-9879-ED0E-1441B35B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600"/>
            </a:br>
            <a:r>
              <a:rPr lang="en-US" sz="3600"/>
              <a:t>Project Overview</a:t>
            </a:r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B04829F9-9F10-07E9-F45A-AA8769C1C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758614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2940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4FD16D7-4EB3-40C2-A811-4F8DE52B3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42310"/>
            <a:ext cx="12192000" cy="2515690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45326-6F9F-30A9-5E4C-9832E17D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956" y="5467480"/>
            <a:ext cx="10515600" cy="8888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Website Audit</a:t>
            </a:r>
          </a:p>
        </p:txBody>
      </p:sp>
      <p:graphicFrame>
        <p:nvGraphicFramePr>
          <p:cNvPr id="18" name="TextBox 4">
            <a:extLst>
              <a:ext uri="{FF2B5EF4-FFF2-40B4-BE49-F238E27FC236}">
                <a16:creationId xmlns:a16="http://schemas.microsoft.com/office/drawing/2014/main" id="{BB3D5060-EBB6-7584-17E8-7B7561AB8D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5443334"/>
              </p:ext>
            </p:extLst>
          </p:nvPr>
        </p:nvGraphicFramePr>
        <p:xfrm>
          <a:off x="643467" y="645845"/>
          <a:ext cx="10905066" cy="3932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5425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F6F2C-BB48-EEA5-929E-CDAACFE7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Redesign Objectives</a:t>
            </a: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D3EFBBEA-701D-7036-119E-4720836A3D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07004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756956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08717-FDD3-6C68-A0B7-95D7C6A2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75847"/>
            <a:ext cx="3888526" cy="13012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Homepage Redesign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F1F6F-A1F3-A5BF-8DBC-BAA43DBB0BE7}"/>
              </a:ext>
            </a:extLst>
          </p:cNvPr>
          <p:cNvSpPr txBox="1"/>
          <p:nvPr/>
        </p:nvSpPr>
        <p:spPr>
          <a:xfrm>
            <a:off x="838201" y="1359877"/>
            <a:ext cx="4706814" cy="48170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Hero Section</a:t>
            </a:r>
            <a:r>
              <a:rPr lang="en-US" dirty="0">
                <a:latin typeface="Georgia" panose="02040502050405020303" pitchFamily="18" charset="0"/>
              </a:rPr>
              <a:t> — Clear headline with a prominent </a:t>
            </a:r>
            <a:r>
              <a:rPr lang="en-US" b="1" dirty="0">
                <a:latin typeface="Georgia" panose="02040502050405020303" pitchFamily="18" charset="0"/>
              </a:rPr>
              <a:t>“Start Learning”</a:t>
            </a:r>
            <a:r>
              <a:rPr lang="en-US" dirty="0">
                <a:latin typeface="Georgia" panose="02040502050405020303" pitchFamily="18" charset="0"/>
              </a:rPr>
              <a:t> CTA.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How Duolingo Helps</a:t>
            </a:r>
            <a:r>
              <a:rPr lang="en-US" dirty="0">
                <a:latin typeface="Georgia" panose="02040502050405020303" pitchFamily="18" charset="0"/>
              </a:rPr>
              <a:t> — Introduces interactive learning, multiple subjects, and motivation.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Choose Your Language</a:t>
            </a:r>
            <a:r>
              <a:rPr lang="en-US" dirty="0">
                <a:latin typeface="Georgia" panose="02040502050405020303" pitchFamily="18" charset="0"/>
              </a:rPr>
              <a:t> — Makes popular language options easy to discover.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Learning Features</a:t>
            </a:r>
            <a:r>
              <a:rPr lang="en-US" dirty="0">
                <a:latin typeface="Georgia" panose="02040502050405020303" pitchFamily="18" charset="0"/>
              </a:rPr>
              <a:t> — Highlights interactive activities such as quizzes, fill-in-the-blanks, translations, and picture-based learning.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Gamification &amp; Progress</a:t>
            </a:r>
            <a:r>
              <a:rPr lang="en-US" dirty="0">
                <a:latin typeface="Georgia" panose="02040502050405020303" pitchFamily="18" charset="0"/>
              </a:rPr>
              <a:t> — Showcases XP, streaks, levels, and rewards.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Why Choose Duolingo?</a:t>
            </a:r>
            <a:r>
              <a:rPr lang="en-US" dirty="0">
                <a:latin typeface="Georgia" panose="02040502050405020303" pitchFamily="18" charset="0"/>
              </a:rPr>
              <a:t> — Communicates key benefits through simple cards.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Final CTA</a:t>
            </a:r>
            <a:r>
              <a:rPr lang="en-US" dirty="0">
                <a:latin typeface="Georgia" panose="02040502050405020303" pitchFamily="18" charset="0"/>
              </a:rPr>
              <a:t> — Encourages visitors to begin their learning journey.</a:t>
            </a:r>
          </a:p>
        </p:txBody>
      </p:sp>
      <p:pic>
        <p:nvPicPr>
          <p:cNvPr id="16" name="Graphic 15" descr="Teacher">
            <a:extLst>
              <a:ext uri="{FF2B5EF4-FFF2-40B4-BE49-F238E27FC236}">
                <a16:creationId xmlns:a16="http://schemas.microsoft.com/office/drawing/2014/main" id="{A3137CDC-DA83-E8CB-CDB2-C7312175D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00986" y="1069398"/>
            <a:ext cx="4747547" cy="47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0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E53DF-51C2-1860-408B-FDBDA0AF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UX &amp; Conversion Improvements</a:t>
            </a:r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E25AD8B5-BFD7-A5A5-373D-549ED56A7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696864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6914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0F9858-D482-D20D-216B-B8ECA58E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SEO Strategy</a:t>
            </a:r>
          </a:p>
        </p:txBody>
      </p:sp>
      <p:graphicFrame>
        <p:nvGraphicFramePr>
          <p:cNvPr id="14" name="TextBox 5">
            <a:extLst>
              <a:ext uri="{FF2B5EF4-FFF2-40B4-BE49-F238E27FC236}">
                <a16:creationId xmlns:a16="http://schemas.microsoft.com/office/drawing/2014/main" id="{FD41AAE2-5815-7B44-5AE4-171653B14B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2105624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004801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4049F-23F9-C67A-3892-0501AEC7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Content Marketing Strategy</a:t>
            </a:r>
            <a:endParaRPr lang="en-US" sz="4000" dirty="0"/>
          </a:p>
        </p:txBody>
      </p:sp>
      <p:graphicFrame>
        <p:nvGraphicFramePr>
          <p:cNvPr id="16" name="Text Placeholder 2">
            <a:extLst>
              <a:ext uri="{FF2B5EF4-FFF2-40B4-BE49-F238E27FC236}">
                <a16:creationId xmlns:a16="http://schemas.microsoft.com/office/drawing/2014/main" id="{C27A85AD-B3F2-6249-FA2D-84E99786B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792504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9041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009B31-EE3C-4DCE-88F0-EA3FE2AB8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82D9556-7EB0-4226-B5CF-E48584DA6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17261" y="889461"/>
            <a:ext cx="3011208" cy="5138270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413E2C-28E3-3C63-7179-0D3C7F79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5628" y="2503565"/>
            <a:ext cx="3007271" cy="18508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Social Media Marketing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538CF-6DF3-38B3-7761-14383991C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740229"/>
            <a:ext cx="5669806" cy="54367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Instagram Reels</a:t>
            </a:r>
            <a:r>
              <a:rPr lang="en-US" sz="1900" dirty="0">
                <a:latin typeface="Georgia" panose="02040502050405020303" pitchFamily="18" charset="0"/>
              </a:rPr>
              <a:t> — Share short language-learning tips, challenges, and entertaining content.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YouTube Shorts</a:t>
            </a:r>
            <a:r>
              <a:rPr lang="en-US" sz="1900" dirty="0">
                <a:latin typeface="Georgia" panose="02040502050405020303" pitchFamily="18" charset="0"/>
              </a:rPr>
              <a:t> — Repurpose educational short-form videos to reach a wider audience.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Memes &amp; Humorous Content</a:t>
            </a:r>
            <a:r>
              <a:rPr lang="en-US" sz="1900" dirty="0">
                <a:latin typeface="Georgia" panose="02040502050405020303" pitchFamily="18" charset="0"/>
              </a:rPr>
              <a:t> — Use relatable language-learning situations to increase engagement.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User-Generated Content</a:t>
            </a:r>
            <a:r>
              <a:rPr lang="en-US" sz="1900" dirty="0">
                <a:latin typeface="Georgia" panose="02040502050405020303" pitchFamily="18" charset="0"/>
              </a:rPr>
              <a:t> — Encourage learners to share their progress, streaks, and experiences.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Community Engagement</a:t>
            </a:r>
            <a:r>
              <a:rPr lang="en-US" sz="1900" dirty="0">
                <a:latin typeface="Georgia" panose="02040502050405020303" pitchFamily="18" charset="0"/>
              </a:rPr>
              <a:t> — Respond to comments and encourage users to participate in challenges.</a:t>
            </a:r>
          </a:p>
          <a:p>
            <a:pPr algn="l">
              <a:lnSpc>
                <a:spcPct val="90000"/>
              </a:lnSpc>
            </a:pPr>
            <a:r>
              <a:rPr lang="en-US" sz="1900" b="1" dirty="0">
                <a:latin typeface="Georgia" panose="02040502050405020303" pitchFamily="18" charset="0"/>
              </a:rPr>
              <a:t>Brand Awareness</a:t>
            </a:r>
            <a:r>
              <a:rPr lang="en-US" sz="1900" dirty="0">
                <a:latin typeface="Georgia" panose="02040502050405020303" pitchFamily="18" charset="0"/>
              </a:rPr>
              <a:t> — Use consistent visuals and messaging to strengthen Duolingo's online presence.</a:t>
            </a:r>
          </a:p>
        </p:txBody>
      </p:sp>
    </p:spTree>
    <p:extLst>
      <p:ext uri="{BB962C8B-B14F-4D97-AF65-F5344CB8AC3E}">
        <p14:creationId xmlns:p14="http://schemas.microsoft.com/office/powerpoint/2010/main" val="149902908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780058"/>
            <a:ext cx="3781618" cy="289914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5A8B2-2014-770D-F964-63D367191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2620477"/>
            <a:ext cx="3010737" cy="14974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Paid Advertising Strategy</a:t>
            </a:r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FFF9F10C-342C-D17E-4827-D8B1B3372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27036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069165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EC393DE-1394-4E5E-8479-8B46B8EE7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3334BC-A5C9-4E98-B2FE-3FB7AD4D0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84ED5-6DB7-7840-63DE-169332A9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Analytics &amp; Measurement</a:t>
            </a: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F7BB91D9-FCCF-4464-A06C-903EF4F37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44081" y="-3482"/>
            <a:ext cx="8047921" cy="6861482"/>
          </a:xfrm>
          <a:custGeom>
            <a:avLst/>
            <a:gdLst>
              <a:gd name="connsiteX0" fmla="*/ 58769 w 8047921"/>
              <a:gd name="connsiteY0" fmla="*/ 4239616 h 6861482"/>
              <a:gd name="connsiteX1" fmla="*/ 58894 w 8047921"/>
              <a:gd name="connsiteY1" fmla="*/ 4240495 h 6861482"/>
              <a:gd name="connsiteX2" fmla="*/ 59045 w 8047921"/>
              <a:gd name="connsiteY2" fmla="*/ 4241609 h 6861482"/>
              <a:gd name="connsiteX3" fmla="*/ 527473 w 8047921"/>
              <a:gd name="connsiteY3" fmla="*/ 0 h 6861482"/>
              <a:gd name="connsiteX4" fmla="*/ 8047921 w 8047921"/>
              <a:gd name="connsiteY4" fmla="*/ 0 h 6861482"/>
              <a:gd name="connsiteX5" fmla="*/ 8047921 w 8047921"/>
              <a:gd name="connsiteY5" fmla="*/ 6861482 h 6861482"/>
              <a:gd name="connsiteX6" fmla="*/ 1319860 w 8047921"/>
              <a:gd name="connsiteY6" fmla="*/ 6861482 h 6861482"/>
              <a:gd name="connsiteX7" fmla="*/ 1297994 w 8047921"/>
              <a:gd name="connsiteY7" fmla="*/ 6831011 h 6861482"/>
              <a:gd name="connsiteX8" fmla="*/ 1024504 w 8047921"/>
              <a:gd name="connsiteY8" fmla="*/ 6405892 h 6861482"/>
              <a:gd name="connsiteX9" fmla="*/ 843366 w 8047921"/>
              <a:gd name="connsiteY9" fmla="*/ 6082357 h 6861482"/>
              <a:gd name="connsiteX10" fmla="*/ 690198 w 8047921"/>
              <a:gd name="connsiteY10" fmla="*/ 5793573 h 6861482"/>
              <a:gd name="connsiteX11" fmla="*/ 777021 w 8047921"/>
              <a:gd name="connsiteY11" fmla="*/ 5729320 h 6861482"/>
              <a:gd name="connsiteX12" fmla="*/ 670606 w 8047921"/>
              <a:gd name="connsiteY12" fmla="*/ 5463560 h 6861482"/>
              <a:gd name="connsiteX13" fmla="*/ 332307 w 8047921"/>
              <a:gd name="connsiteY13" fmla="*/ 4640688 h 6861482"/>
              <a:gd name="connsiteX14" fmla="*/ 178764 w 8047921"/>
              <a:gd name="connsiteY14" fmla="*/ 4440302 h 6861482"/>
              <a:gd name="connsiteX15" fmla="*/ 102405 w 8047921"/>
              <a:gd name="connsiteY15" fmla="*/ 4371063 h 6861482"/>
              <a:gd name="connsiteX16" fmla="*/ 82464 w 8047921"/>
              <a:gd name="connsiteY16" fmla="*/ 4327380 h 6861482"/>
              <a:gd name="connsiteX17" fmla="*/ 72595 w 8047921"/>
              <a:gd name="connsiteY17" fmla="*/ 4327380 h 6861482"/>
              <a:gd name="connsiteX18" fmla="*/ 71105 w 8047921"/>
              <a:gd name="connsiteY18" fmla="*/ 4319440 h 6861482"/>
              <a:gd name="connsiteX19" fmla="*/ 63234 w 8047921"/>
              <a:gd name="connsiteY19" fmla="*/ 4265601 h 6861482"/>
              <a:gd name="connsiteX20" fmla="*/ 58391 w 8047921"/>
              <a:gd name="connsiteY20" fmla="*/ 4236887 h 6861482"/>
              <a:gd name="connsiteX21" fmla="*/ 58769 w 8047921"/>
              <a:gd name="connsiteY21" fmla="*/ 4239616 h 6861482"/>
              <a:gd name="connsiteX22" fmla="*/ 57161 w 8047921"/>
              <a:gd name="connsiteY22" fmla="*/ 4228245 h 6861482"/>
              <a:gd name="connsiteX23" fmla="*/ 55444 w 8047921"/>
              <a:gd name="connsiteY23" fmla="*/ 4216187 h 6861482"/>
              <a:gd name="connsiteX24" fmla="*/ 57173 w 8047921"/>
              <a:gd name="connsiteY24" fmla="*/ 4216187 h 6861482"/>
              <a:gd name="connsiteX25" fmla="*/ 46978 w 8047921"/>
              <a:gd name="connsiteY25" fmla="*/ 4153970 h 6861482"/>
              <a:gd name="connsiteX26" fmla="*/ 23198 w 8047921"/>
              <a:gd name="connsiteY26" fmla="*/ 4042035 h 6861482"/>
              <a:gd name="connsiteX27" fmla="*/ 12577 w 8047921"/>
              <a:gd name="connsiteY27" fmla="*/ 4017890 h 6861482"/>
              <a:gd name="connsiteX28" fmla="*/ 144506 w 8047921"/>
              <a:gd name="connsiteY28" fmla="*/ 3860429 h 6861482"/>
              <a:gd name="connsiteX29" fmla="*/ 22695 w 8047921"/>
              <a:gd name="connsiteY29" fmla="*/ 3800021 h 6861482"/>
              <a:gd name="connsiteX30" fmla="*/ 24220 w 8047921"/>
              <a:gd name="connsiteY30" fmla="*/ 3771718 h 6861482"/>
              <a:gd name="connsiteX31" fmla="*/ 27584 w 8047921"/>
              <a:gd name="connsiteY31" fmla="*/ 3757935 h 6861482"/>
              <a:gd name="connsiteX32" fmla="*/ 33375 w 8047921"/>
              <a:gd name="connsiteY32" fmla="*/ 3747325 h 6861482"/>
              <a:gd name="connsiteX33" fmla="*/ 77078 w 8047921"/>
              <a:gd name="connsiteY33" fmla="*/ 3705028 h 6861482"/>
              <a:gd name="connsiteX34" fmla="*/ 31331 w 8047921"/>
              <a:gd name="connsiteY34" fmla="*/ 3445525 h 6861482"/>
              <a:gd name="connsiteX35" fmla="*/ 3341 w 8047921"/>
              <a:gd name="connsiteY35" fmla="*/ 3405686 h 6861482"/>
              <a:gd name="connsiteX36" fmla="*/ 0 w 8047921"/>
              <a:gd name="connsiteY36" fmla="*/ 3393684 h 6861482"/>
              <a:gd name="connsiteX37" fmla="*/ 5588 w 8047921"/>
              <a:gd name="connsiteY37" fmla="*/ 3363918 h 6861482"/>
              <a:gd name="connsiteX38" fmla="*/ 28563 w 8047921"/>
              <a:gd name="connsiteY38" fmla="*/ 3279721 h 6861482"/>
              <a:gd name="connsiteX39" fmla="*/ 31618 w 8047921"/>
              <a:gd name="connsiteY39" fmla="*/ 3274732 h 6861482"/>
              <a:gd name="connsiteX40" fmla="*/ 54143 w 8047921"/>
              <a:gd name="connsiteY40" fmla="*/ 3204655 h 6861482"/>
              <a:gd name="connsiteX41" fmla="*/ 54066 w 8047921"/>
              <a:gd name="connsiteY41" fmla="*/ 3198166 h 6861482"/>
              <a:gd name="connsiteX42" fmla="*/ 59893 w 8047921"/>
              <a:gd name="connsiteY42" fmla="*/ 3181568 h 6861482"/>
              <a:gd name="connsiteX43" fmla="*/ 182871 w 8047921"/>
              <a:gd name="connsiteY43" fmla="*/ 3024678 h 6861482"/>
              <a:gd name="connsiteX44" fmla="*/ 305944 w 8047921"/>
              <a:gd name="connsiteY44" fmla="*/ 2810127 h 6861482"/>
              <a:gd name="connsiteX45" fmla="*/ 326259 w 8047921"/>
              <a:gd name="connsiteY45" fmla="*/ 2596949 h 6861482"/>
              <a:gd name="connsiteX46" fmla="*/ 556280 w 8047921"/>
              <a:gd name="connsiteY46" fmla="*/ 2524080 h 6861482"/>
              <a:gd name="connsiteX47" fmla="*/ 358274 w 8047921"/>
              <a:gd name="connsiteY47" fmla="*/ 2014028 h 6861482"/>
              <a:gd name="connsiteX48" fmla="*/ 340119 w 8047921"/>
              <a:gd name="connsiteY48" fmla="*/ 1914129 h 6861482"/>
              <a:gd name="connsiteX49" fmla="*/ 478258 w 8047921"/>
              <a:gd name="connsiteY49" fmla="*/ 1606217 h 6861482"/>
              <a:gd name="connsiteX50" fmla="*/ 500664 w 8047921"/>
              <a:gd name="connsiteY50" fmla="*/ 1556554 h 6861482"/>
              <a:gd name="connsiteX51" fmla="*/ 551219 w 8047921"/>
              <a:gd name="connsiteY51" fmla="*/ 1459414 h 6861482"/>
              <a:gd name="connsiteX52" fmla="*/ 687152 w 8047921"/>
              <a:gd name="connsiteY52" fmla="*/ 1466109 h 6861482"/>
              <a:gd name="connsiteX53" fmla="*/ 619370 w 8047921"/>
              <a:gd name="connsiteY53" fmla="*/ 1372761 h 6861482"/>
              <a:gd name="connsiteX54" fmla="*/ 491520 w 8047921"/>
              <a:gd name="connsiteY54" fmla="*/ 1080052 h 6861482"/>
              <a:gd name="connsiteX55" fmla="*/ 589761 w 8047921"/>
              <a:gd name="connsiteY55" fmla="*/ 854014 h 6861482"/>
              <a:gd name="connsiteX56" fmla="*/ 617929 w 8047921"/>
              <a:gd name="connsiteY56" fmla="*/ 821285 h 6861482"/>
              <a:gd name="connsiteX57" fmla="*/ 583503 w 8047921"/>
              <a:gd name="connsiteY57" fmla="*/ 760897 h 6861482"/>
              <a:gd name="connsiteX58" fmla="*/ 515241 w 8047921"/>
              <a:gd name="connsiteY58" fmla="*/ 560313 h 6861482"/>
              <a:gd name="connsiteX59" fmla="*/ 480798 w 8047921"/>
              <a:gd name="connsiteY59" fmla="*/ 423850 h 6861482"/>
              <a:gd name="connsiteX60" fmla="*/ 436755 w 8047921"/>
              <a:gd name="connsiteY60" fmla="*/ 361124 h 6861482"/>
              <a:gd name="connsiteX61" fmla="*/ 428051 w 8047921"/>
              <a:gd name="connsiteY61" fmla="*/ 314763 h 6861482"/>
              <a:gd name="connsiteX62" fmla="*/ 457954 w 8047921"/>
              <a:gd name="connsiteY62" fmla="*/ 104693 h 6861482"/>
              <a:gd name="connsiteX63" fmla="*/ 472694 w 8047921"/>
              <a:gd name="connsiteY63" fmla="*/ 52392 h 6861482"/>
              <a:gd name="connsiteX64" fmla="*/ 512572 w 8047921"/>
              <a:gd name="connsiteY64" fmla="*/ 23688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8047921" h="6861482">
                <a:moveTo>
                  <a:pt x="58769" y="4239616"/>
                </a:moveTo>
                <a:lnTo>
                  <a:pt x="58894" y="4240495"/>
                </a:lnTo>
                <a:cubicBezTo>
                  <a:pt x="59164" y="4242428"/>
                  <a:pt x="59171" y="4242505"/>
                  <a:pt x="59045" y="4241609"/>
                </a:cubicBezTo>
                <a:close/>
                <a:moveTo>
                  <a:pt x="527473" y="0"/>
                </a:moveTo>
                <a:lnTo>
                  <a:pt x="8047921" y="0"/>
                </a:lnTo>
                <a:lnTo>
                  <a:pt x="8047921" y="6861482"/>
                </a:lnTo>
                <a:lnTo>
                  <a:pt x="1319860" y="6861482"/>
                </a:lnTo>
                <a:lnTo>
                  <a:pt x="1297994" y="6831011"/>
                </a:lnTo>
                <a:cubicBezTo>
                  <a:pt x="1121436" y="6580901"/>
                  <a:pt x="1026069" y="6413841"/>
                  <a:pt x="1024504" y="6405892"/>
                </a:cubicBezTo>
                <a:cubicBezTo>
                  <a:pt x="995790" y="6256850"/>
                  <a:pt x="915502" y="6175982"/>
                  <a:pt x="843366" y="6082357"/>
                </a:cubicBezTo>
                <a:cubicBezTo>
                  <a:pt x="780556" y="6000311"/>
                  <a:pt x="713540" y="5913360"/>
                  <a:pt x="690198" y="5793573"/>
                </a:cubicBezTo>
                <a:cubicBezTo>
                  <a:pt x="659374" y="5634705"/>
                  <a:pt x="756440" y="5782527"/>
                  <a:pt x="777021" y="5729320"/>
                </a:cubicBezTo>
                <a:cubicBezTo>
                  <a:pt x="741019" y="5642157"/>
                  <a:pt x="683667" y="5556007"/>
                  <a:pt x="670606" y="5463560"/>
                </a:cubicBezTo>
                <a:cubicBezTo>
                  <a:pt x="624014" y="5129308"/>
                  <a:pt x="509280" y="4866180"/>
                  <a:pt x="332307" y="4640688"/>
                </a:cubicBezTo>
                <a:cubicBezTo>
                  <a:pt x="281557" y="4575550"/>
                  <a:pt x="249914" y="4473150"/>
                  <a:pt x="178764" y="4440302"/>
                </a:cubicBezTo>
                <a:cubicBezTo>
                  <a:pt x="144180" y="4424583"/>
                  <a:pt x="119969" y="4400506"/>
                  <a:pt x="102405" y="4371063"/>
                </a:cubicBezTo>
                <a:lnTo>
                  <a:pt x="82464" y="4327380"/>
                </a:lnTo>
                <a:lnTo>
                  <a:pt x="72595" y="4327380"/>
                </a:lnTo>
                <a:lnTo>
                  <a:pt x="71105" y="4319440"/>
                </a:lnTo>
                <a:cubicBezTo>
                  <a:pt x="68098" y="4300784"/>
                  <a:pt x="63569" y="4267782"/>
                  <a:pt x="63234" y="4265601"/>
                </a:cubicBezTo>
                <a:cubicBezTo>
                  <a:pt x="56185" y="4219786"/>
                  <a:pt x="57328" y="4229054"/>
                  <a:pt x="58391" y="4236887"/>
                </a:cubicBezTo>
                <a:lnTo>
                  <a:pt x="58769" y="4239616"/>
                </a:lnTo>
                <a:lnTo>
                  <a:pt x="57161" y="4228245"/>
                </a:lnTo>
                <a:lnTo>
                  <a:pt x="55444" y="4216187"/>
                </a:lnTo>
                <a:lnTo>
                  <a:pt x="57173" y="4216187"/>
                </a:lnTo>
                <a:lnTo>
                  <a:pt x="46978" y="4153970"/>
                </a:lnTo>
                <a:cubicBezTo>
                  <a:pt x="41098" y="4115040"/>
                  <a:pt x="34414" y="4076730"/>
                  <a:pt x="23198" y="4042035"/>
                </a:cubicBezTo>
                <a:lnTo>
                  <a:pt x="12577" y="4017890"/>
                </a:lnTo>
                <a:lnTo>
                  <a:pt x="144506" y="3860429"/>
                </a:lnTo>
                <a:cubicBezTo>
                  <a:pt x="103351" y="3777846"/>
                  <a:pt x="58276" y="3834526"/>
                  <a:pt x="22695" y="3800021"/>
                </a:cubicBezTo>
                <a:cubicBezTo>
                  <a:pt x="23786" y="3791627"/>
                  <a:pt x="23716" y="3781009"/>
                  <a:pt x="24220" y="3771718"/>
                </a:cubicBezTo>
                <a:lnTo>
                  <a:pt x="27584" y="3757935"/>
                </a:lnTo>
                <a:lnTo>
                  <a:pt x="33375" y="3747325"/>
                </a:lnTo>
                <a:lnTo>
                  <a:pt x="77078" y="3705028"/>
                </a:lnTo>
                <a:cubicBezTo>
                  <a:pt x="173055" y="3608961"/>
                  <a:pt x="158512" y="3588143"/>
                  <a:pt x="31331" y="3445525"/>
                </a:cubicBezTo>
                <a:cubicBezTo>
                  <a:pt x="18649" y="3431228"/>
                  <a:pt x="9488" y="3418102"/>
                  <a:pt x="3341" y="3405686"/>
                </a:cubicBezTo>
                <a:lnTo>
                  <a:pt x="0" y="3393684"/>
                </a:lnTo>
                <a:lnTo>
                  <a:pt x="5588" y="3363918"/>
                </a:lnTo>
                <a:lnTo>
                  <a:pt x="28563" y="3279721"/>
                </a:lnTo>
                <a:lnTo>
                  <a:pt x="31618" y="3274732"/>
                </a:lnTo>
                <a:cubicBezTo>
                  <a:pt x="41998" y="3256804"/>
                  <a:pt x="51127" y="3236251"/>
                  <a:pt x="54143" y="3204655"/>
                </a:cubicBezTo>
                <a:lnTo>
                  <a:pt x="54066" y="3198166"/>
                </a:lnTo>
                <a:lnTo>
                  <a:pt x="59893" y="3181568"/>
                </a:lnTo>
                <a:cubicBezTo>
                  <a:pt x="95562" y="3088781"/>
                  <a:pt x="138958" y="3020054"/>
                  <a:pt x="182871" y="3024678"/>
                </a:cubicBezTo>
                <a:cubicBezTo>
                  <a:pt x="138662" y="2798901"/>
                  <a:pt x="138662" y="2798901"/>
                  <a:pt x="305944" y="2810127"/>
                </a:cubicBezTo>
                <a:cubicBezTo>
                  <a:pt x="246290" y="2658988"/>
                  <a:pt x="247386" y="2624324"/>
                  <a:pt x="326259" y="2596949"/>
                </a:cubicBezTo>
                <a:cubicBezTo>
                  <a:pt x="402195" y="2570407"/>
                  <a:pt x="485357" y="2575904"/>
                  <a:pt x="556280" y="2524080"/>
                </a:cubicBezTo>
                <a:cubicBezTo>
                  <a:pt x="498302" y="2335317"/>
                  <a:pt x="486850" y="2130710"/>
                  <a:pt x="358274" y="2014028"/>
                </a:cubicBezTo>
                <a:cubicBezTo>
                  <a:pt x="338015" y="1995898"/>
                  <a:pt x="325730" y="1940125"/>
                  <a:pt x="340119" y="1914129"/>
                </a:cubicBezTo>
                <a:cubicBezTo>
                  <a:pt x="391157" y="1817105"/>
                  <a:pt x="329468" y="1592503"/>
                  <a:pt x="478258" y="1606217"/>
                </a:cubicBezTo>
                <a:cubicBezTo>
                  <a:pt x="496627" y="1607581"/>
                  <a:pt x="514137" y="1590108"/>
                  <a:pt x="500664" y="1556554"/>
                </a:cubicBezTo>
                <a:cubicBezTo>
                  <a:pt x="454384" y="1442049"/>
                  <a:pt x="514266" y="1463610"/>
                  <a:pt x="551219" y="1459414"/>
                </a:cubicBezTo>
                <a:cubicBezTo>
                  <a:pt x="595940" y="1454776"/>
                  <a:pt x="644530" y="1511622"/>
                  <a:pt x="687152" y="1466109"/>
                </a:cubicBezTo>
                <a:cubicBezTo>
                  <a:pt x="679388" y="1405223"/>
                  <a:pt x="643786" y="1397333"/>
                  <a:pt x="619370" y="1372761"/>
                </a:cubicBezTo>
                <a:cubicBezTo>
                  <a:pt x="548020" y="1300280"/>
                  <a:pt x="490448" y="1221065"/>
                  <a:pt x="491520" y="1080052"/>
                </a:cubicBezTo>
                <a:cubicBezTo>
                  <a:pt x="492222" y="966113"/>
                  <a:pt x="487698" y="864105"/>
                  <a:pt x="589761" y="854014"/>
                </a:cubicBezTo>
                <a:cubicBezTo>
                  <a:pt x="605798" y="852486"/>
                  <a:pt x="614435" y="839840"/>
                  <a:pt x="617929" y="821285"/>
                </a:cubicBezTo>
                <a:cubicBezTo>
                  <a:pt x="606975" y="799992"/>
                  <a:pt x="596528" y="778040"/>
                  <a:pt x="583503" y="760897"/>
                </a:cubicBezTo>
                <a:cubicBezTo>
                  <a:pt x="539748" y="704450"/>
                  <a:pt x="526482" y="633687"/>
                  <a:pt x="515241" y="560313"/>
                </a:cubicBezTo>
                <a:cubicBezTo>
                  <a:pt x="508001" y="513531"/>
                  <a:pt x="499292" y="467166"/>
                  <a:pt x="480798" y="423850"/>
                </a:cubicBezTo>
                <a:cubicBezTo>
                  <a:pt x="469533" y="397046"/>
                  <a:pt x="455191" y="375704"/>
                  <a:pt x="436755" y="361124"/>
                </a:cubicBezTo>
                <a:cubicBezTo>
                  <a:pt x="420701" y="347903"/>
                  <a:pt x="416284" y="334407"/>
                  <a:pt x="428051" y="314763"/>
                </a:cubicBezTo>
                <a:cubicBezTo>
                  <a:pt x="461326" y="258432"/>
                  <a:pt x="476043" y="191375"/>
                  <a:pt x="457954" y="104693"/>
                </a:cubicBezTo>
                <a:cubicBezTo>
                  <a:pt x="452484" y="78523"/>
                  <a:pt x="457495" y="58007"/>
                  <a:pt x="472694" y="52392"/>
                </a:cubicBezTo>
                <a:cubicBezTo>
                  <a:pt x="488509" y="46345"/>
                  <a:pt x="501512" y="36363"/>
                  <a:pt x="512572" y="2368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322D9A7F-CA54-4CB1-43E2-F6CE1F8F85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761360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6978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B7BB51-92B8-4089-8DAB-1202A4D1C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/>
            <a:ahLst/>
            <a:cxnLst/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8717E5B-2C1D-4094-9D25-6FF6FBD92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070" y="1834243"/>
            <a:ext cx="3781618" cy="3189514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FCF9B-F4BB-7510-172F-4D9D8B57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510" y="2785830"/>
            <a:ext cx="3010737" cy="1765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>
                <a:solidFill>
                  <a:srgbClr val="FFFFFF"/>
                </a:solidFill>
              </a:rPr>
              <a:t>Expected Outcomes &amp;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AFAB6-460C-EDF9-C223-E38B312BDD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85014" y="964850"/>
            <a:ext cx="6068786" cy="4928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Better User Experience</a:t>
            </a:r>
            <a:r>
              <a:rPr lang="en-US" sz="1700" dirty="0">
                <a:latin typeface="Georgia" panose="02040502050405020303" pitchFamily="18" charset="0"/>
              </a:rPr>
              <a:t> — Clearer navigation and simpler homepage structure.</a:t>
            </a:r>
          </a:p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Higher Engagement</a:t>
            </a:r>
            <a:r>
              <a:rPr lang="en-US" sz="1700" dirty="0">
                <a:latin typeface="Georgia" panose="02040502050405020303" pitchFamily="18" charset="0"/>
              </a:rPr>
              <a:t> — Interactive content and gamification encourage regular learning.</a:t>
            </a:r>
          </a:p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Improved Search Visibility</a:t>
            </a:r>
            <a:r>
              <a:rPr lang="en-US" sz="1700" dirty="0">
                <a:latin typeface="Georgia" panose="02040502050405020303" pitchFamily="18" charset="0"/>
              </a:rPr>
              <a:t> — SEO helps attract users through relevant search queries.</a:t>
            </a:r>
          </a:p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Increased Brand Awareness</a:t>
            </a:r>
            <a:r>
              <a:rPr lang="en-US" sz="1700" dirty="0">
                <a:latin typeface="Georgia" panose="02040502050405020303" pitchFamily="18" charset="0"/>
              </a:rPr>
              <a:t> — Social media and content marketing expand reach.</a:t>
            </a:r>
          </a:p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More Website Traffic</a:t>
            </a:r>
            <a:r>
              <a:rPr lang="en-US" sz="1700" dirty="0">
                <a:latin typeface="Georgia" panose="02040502050405020303" pitchFamily="18" charset="0"/>
              </a:rPr>
              <a:t> — Organic and paid campaigns bring targeted visitors.</a:t>
            </a:r>
          </a:p>
          <a:p>
            <a:pPr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Better Conversions</a:t>
            </a:r>
            <a:r>
              <a:rPr lang="en-US" sz="1700" dirty="0">
                <a:latin typeface="Georgia" panose="02040502050405020303" pitchFamily="18" charset="0"/>
              </a:rPr>
              <a:t> — Clear calls-to-action guide visitors toward starting their learning journey.</a:t>
            </a:r>
          </a:p>
          <a:p>
            <a:pPr marL="0" algn="l">
              <a:lnSpc>
                <a:spcPct val="90000"/>
              </a:lnSpc>
            </a:pPr>
            <a:r>
              <a:rPr lang="en-US" sz="1700" b="1" dirty="0">
                <a:latin typeface="Georgia" panose="02040502050405020303" pitchFamily="18" charset="0"/>
              </a:rPr>
              <a:t>Conclusion:</a:t>
            </a:r>
            <a:br>
              <a:rPr lang="en-US" sz="1700" dirty="0">
                <a:latin typeface="Georgia" panose="02040502050405020303" pitchFamily="18" charset="0"/>
              </a:rPr>
            </a:br>
            <a:r>
              <a:rPr lang="en-US" sz="1700" i="1" dirty="0">
                <a:latin typeface="Georgia" panose="02040502050405020303" pitchFamily="18" charset="0"/>
              </a:rPr>
              <a:t>The proposed redesign and digital marketing strategy aims to create a clearer, more engaging, and conversion-focused e-learning experience for Duolingo</a:t>
            </a:r>
            <a:r>
              <a:rPr lang="en-US" sz="1700" i="1" dirty="0"/>
              <a:t>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156302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949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Britannic Bold</vt:lpstr>
      <vt:lpstr>Century Gothic</vt:lpstr>
      <vt:lpstr>Elephant</vt:lpstr>
      <vt:lpstr>Georgia</vt:lpstr>
      <vt:lpstr>Stencil</vt:lpstr>
      <vt:lpstr>BrushVTI</vt:lpstr>
      <vt:lpstr>E-Learning Website Auditing &amp; Digital Marketing Implementation</vt:lpstr>
      <vt:lpstr> Project Overview</vt:lpstr>
      <vt:lpstr>Website Audit</vt:lpstr>
      <vt:lpstr>Redesign Objectives</vt:lpstr>
      <vt:lpstr>Homepage Redesign</vt:lpstr>
      <vt:lpstr>UX &amp; Conversion Improvements</vt:lpstr>
      <vt:lpstr>SEO Strategy</vt:lpstr>
      <vt:lpstr>Content Marketing Strategy</vt:lpstr>
      <vt:lpstr>Social Media Marketing</vt:lpstr>
      <vt:lpstr>Paid Advertising Strategy</vt:lpstr>
      <vt:lpstr>Analytics &amp; Measurement</vt:lpstr>
      <vt:lpstr>Expected Outcomes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pc103</dc:creator>
  <cp:lastModifiedBy>pc103</cp:lastModifiedBy>
  <cp:revision>1</cp:revision>
  <dcterms:created xsi:type="dcterms:W3CDTF">2026-09-23T09:01:14Z</dcterms:created>
  <dcterms:modified xsi:type="dcterms:W3CDTF">2026-09-23T09:54:10Z</dcterms:modified>
</cp:coreProperties>
</file>